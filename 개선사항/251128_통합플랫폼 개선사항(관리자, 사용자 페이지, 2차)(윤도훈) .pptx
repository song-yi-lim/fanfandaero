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3" r:id="rId11"/>
    <p:sldId id="284" r:id="rId12"/>
    <p:sldId id="285" r:id="rId13"/>
    <p:sldId id="269" r:id="rId14"/>
    <p:sldId id="286" r:id="rId15"/>
    <p:sldId id="287" r:id="rId16"/>
    <p:sldId id="288" r:id="rId17"/>
    <p:sldId id="272" r:id="rId18"/>
    <p:sldId id="260" r:id="rId19"/>
    <p:sldId id="256" r:id="rId20"/>
    <p:sldId id="258" r:id="rId21"/>
    <p:sldId id="259" r:id="rId22"/>
    <p:sldId id="268" r:id="rId23"/>
    <p:sldId id="257" r:id="rId24"/>
    <p:sldId id="267" r:id="rId25"/>
    <p:sldId id="261" r:id="rId26"/>
    <p:sldId id="262" r:id="rId27"/>
    <p:sldId id="263" r:id="rId28"/>
    <p:sldId id="264" r:id="rId29"/>
    <p:sldId id="266" r:id="rId30"/>
    <p:sldId id="265" r:id="rId31"/>
    <p:sldId id="270" r:id="rId32"/>
    <p:sldId id="289" r:id="rId33"/>
    <p:sldId id="290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9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026E3-F5F6-45C3-8F65-962FF85F6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2C77A9-7F8B-48FF-9487-10B3508A7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94BFC-8292-44E8-B49A-274E9752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2163B-5928-446E-94B9-A15B5AC5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E8D6A-B1D6-48D8-8B68-95E7577F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43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D3003-B6A5-476A-819B-F3790C84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D7DD1-A1AA-4284-994F-92490D60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96365-F60C-47D5-85EF-83D71C46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50BEA-DA2A-4D2E-82A3-6819F390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0A298-2849-48B8-8CE2-573C8FC4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81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BABB0-189B-449F-906B-C7D0EC0F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66DC1B-E49C-42ED-B87B-C748F2AB6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6A606-FAC0-47D1-A623-773FF83A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5323D-DB42-4B59-B71B-8C191189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7A05B-C910-45F8-914B-D33BC71C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07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18B84-3CE4-4CB3-B5B7-9D11B358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6907E-3472-41B3-9A01-5B1D7C160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482F52-D45F-4E56-BB4A-C3443C00A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4FE58-30A0-47AF-B3D2-312B9DBE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2893FB-F462-44D4-90BC-05825401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641C33-4B92-47BA-82E7-45CC864A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6DF19-0688-4125-923A-19ACB846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48D60-243A-4FBC-8DFA-F502358CB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DE915-9EEB-4701-B9B4-9FF7A98B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C659A4-E9FC-46F9-8141-2370943A9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750AD4-9C49-40ED-BBD8-E643CD860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E23D1B-B690-4ECB-B71C-89762975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68EEF4-0708-442F-8C62-B1B67A18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4F70F-30BA-48C3-8168-62E6DA4E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94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5D679-2CB9-4720-B5ED-0E457ED8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C421BB-3BF0-43B0-9C09-865930D0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0597F2-6AF0-48B1-8CB5-5EFB164C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93D2B8-2267-4AEB-A079-8E343DA1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44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EED2AB-A19D-425D-BB20-6F8CFDB3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4E7CCD-16FC-4C0B-B02B-0D829197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A8434-AAB8-428B-8057-F2D90E2A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99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44F10-5988-4A8F-95B2-F49BB386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07DA4-F7D7-4BA8-8565-822CD6408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55262C-50FE-4FA6-AB17-079336829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93CF2A-21AD-4AA4-B7C3-FB018D29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12833C-C4BB-4B23-9BFF-5E4CD270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210AAE-1E42-400E-A169-5BEA5951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33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7837F-C9EC-4604-A450-899F4A7A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34AB0B-D719-4F9C-B713-EC53D673D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9E721-17FA-441F-9568-12B4935E9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73801D-B194-4789-AE96-F0CF22A8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EA6094-14A8-4449-96C9-C58A117E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B4B2C8-25BA-4EB6-B043-3C365F5F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57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33CE0-64B0-4151-BF4E-4A95841B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EEE5EB-4945-46C0-A4CA-BCAF19569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021AF9-9D31-457A-B9D7-CE746FD0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76866-F0BD-4E3F-B8B3-92488EB5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8EA865-212B-4AFE-B89B-8C8C6AF8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58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0E7322-56EB-404F-BCA0-514BBE044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C4AF80-112F-49EC-8506-A13AA2AF6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604EF4-0EFC-4B55-B34F-FAA5682B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2C73FA-5525-40EF-B8B6-3CD548E1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9B0452-A287-4C5B-9170-9CACC223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88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30E066-261B-4430-AEF6-18525928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5B49B-0EBD-45AA-88CD-A652F4192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8E271-9951-453F-BEEE-42A30C4F1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A15D-FB4B-4AFC-AA41-2F1F9CF10D8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90080-2017-437D-87CD-526C8A141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30393-DB91-4C10-8371-D92E9CD21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42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0FC49F4-7186-4628-BA1F-ECACD14D335F}"/>
              </a:ext>
            </a:extLst>
          </p:cNvPr>
          <p:cNvSpPr/>
          <p:nvPr/>
        </p:nvSpPr>
        <p:spPr>
          <a:xfrm>
            <a:off x="813916" y="422031"/>
            <a:ext cx="10711543" cy="11153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>
                <a:solidFill>
                  <a:schemeClr val="tx1"/>
                </a:solidFill>
              </a:rPr>
              <a:t>1</a:t>
            </a:r>
            <a:r>
              <a:rPr lang="ko-KR" altLang="en-US" sz="4800" dirty="0">
                <a:solidFill>
                  <a:schemeClr val="tx1"/>
                </a:solidFill>
              </a:rPr>
              <a:t>차</a:t>
            </a:r>
          </a:p>
        </p:txBody>
      </p:sp>
    </p:spTree>
    <p:extLst>
      <p:ext uri="{BB962C8B-B14F-4D97-AF65-F5344CB8AC3E}">
        <p14:creationId xmlns:p14="http://schemas.microsoft.com/office/powerpoint/2010/main" val="3573862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FE0AE1-9EC2-42FE-A116-E7B3816C8A36}"/>
              </a:ext>
            </a:extLst>
          </p:cNvPr>
          <p:cNvSpPr/>
          <p:nvPr/>
        </p:nvSpPr>
        <p:spPr>
          <a:xfrm>
            <a:off x="1283110" y="373626"/>
            <a:ext cx="9625780" cy="6489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전자계약</a:t>
            </a:r>
          </a:p>
        </p:txBody>
      </p:sp>
    </p:spTree>
    <p:extLst>
      <p:ext uri="{BB962C8B-B14F-4D97-AF65-F5344CB8AC3E}">
        <p14:creationId xmlns:p14="http://schemas.microsoft.com/office/powerpoint/2010/main" val="349857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1E12FE-9174-4FF3-8578-A5C02401C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942" y="201561"/>
            <a:ext cx="4692935" cy="254049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6A1FE9A-FC1F-4E41-8F28-DD37A255B0AF}"/>
              </a:ext>
            </a:extLst>
          </p:cNvPr>
          <p:cNvSpPr/>
          <p:nvPr/>
        </p:nvSpPr>
        <p:spPr>
          <a:xfrm>
            <a:off x="6194323" y="1848465"/>
            <a:ext cx="1288025" cy="560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30BE7C-51D0-42C1-8510-5D287816AA38}"/>
              </a:ext>
            </a:extLst>
          </p:cNvPr>
          <p:cNvSpPr/>
          <p:nvPr/>
        </p:nvSpPr>
        <p:spPr>
          <a:xfrm>
            <a:off x="619432" y="5817538"/>
            <a:ext cx="11169445" cy="8567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‘</a:t>
            </a:r>
            <a:r>
              <a:rPr lang="ko-KR" altLang="en-US" dirty="0"/>
              <a:t>일반</a:t>
            </a:r>
            <a:r>
              <a:rPr lang="en-US" altLang="ko-KR" dirty="0"/>
              <a:t>’ </a:t>
            </a:r>
            <a:r>
              <a:rPr lang="ko-KR" altLang="en-US" dirty="0"/>
              <a:t>상태에서 계약서 등록 버튼</a:t>
            </a:r>
            <a:r>
              <a:rPr lang="en-US" altLang="ko-KR" dirty="0"/>
              <a:t>(</a:t>
            </a:r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일괄 둘다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클릭시</a:t>
            </a:r>
            <a:r>
              <a:rPr lang="en-US" altLang="ko-KR" dirty="0"/>
              <a:t>, </a:t>
            </a:r>
            <a:r>
              <a:rPr lang="ko-KR" altLang="en-US" dirty="0"/>
              <a:t>팝업이 나오지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ADCBA3-0D6E-4126-B451-CCFD49E8E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854" y="2719759"/>
            <a:ext cx="3626749" cy="25404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C9BD18-5647-45BA-AA5C-2673C4DDE4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93" r="8080"/>
          <a:stretch/>
        </p:blipFill>
        <p:spPr>
          <a:xfrm>
            <a:off x="88490" y="1040462"/>
            <a:ext cx="6703826" cy="34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0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F346F5D-A1C4-4931-8729-94E0972AB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34" y="619125"/>
            <a:ext cx="4181475" cy="501015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0D66B3-3A0D-4E8B-9EA2-701B200FFD39}"/>
              </a:ext>
            </a:extLst>
          </p:cNvPr>
          <p:cNvSpPr/>
          <p:nvPr/>
        </p:nvSpPr>
        <p:spPr>
          <a:xfrm>
            <a:off x="1700982" y="2467897"/>
            <a:ext cx="511277" cy="36379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&quot;허용 안 됨&quot; 기호 6">
            <a:extLst>
              <a:ext uri="{FF2B5EF4-FFF2-40B4-BE49-F238E27FC236}">
                <a16:creationId xmlns:a16="http://schemas.microsoft.com/office/drawing/2014/main" id="{71A1CC0D-B460-47AE-8357-2D4F6AB25C50}"/>
              </a:ext>
            </a:extLst>
          </p:cNvPr>
          <p:cNvSpPr/>
          <p:nvPr/>
        </p:nvSpPr>
        <p:spPr>
          <a:xfrm>
            <a:off x="2812027" y="2494936"/>
            <a:ext cx="422787" cy="363793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777F068-60CF-449D-AC0B-B324F8AE01EE}"/>
              </a:ext>
            </a:extLst>
          </p:cNvPr>
          <p:cNvSpPr/>
          <p:nvPr/>
        </p:nvSpPr>
        <p:spPr>
          <a:xfrm>
            <a:off x="2399071" y="2494936"/>
            <a:ext cx="324465" cy="2679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4338397-F174-4636-AE71-7683A547CCA7}"/>
              </a:ext>
            </a:extLst>
          </p:cNvPr>
          <p:cNvSpPr/>
          <p:nvPr/>
        </p:nvSpPr>
        <p:spPr>
          <a:xfrm>
            <a:off x="4715952" y="1653048"/>
            <a:ext cx="7181081" cy="22196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dirty="0"/>
              <a:t>비활성화 된 버튼 위에 마우스를 올리면 금지 표시로 커서가 바뀌는데 변경되지 않도록 </a:t>
            </a:r>
            <a:r>
              <a:rPr lang="ko-KR" altLang="en-US" dirty="0" err="1"/>
              <a:t>요청드립니다</a:t>
            </a:r>
            <a:r>
              <a:rPr lang="en-US" altLang="ko-KR" dirty="0"/>
              <a:t>.</a:t>
            </a:r>
          </a:p>
          <a:p>
            <a:pPr marL="342900" indent="-342900" algn="ctr">
              <a:buAutoNum type="arabicPeriod"/>
            </a:pPr>
            <a:endParaRPr lang="en-US" altLang="ko-KR" dirty="0"/>
          </a:p>
          <a:p>
            <a:pPr marL="342900" indent="-342900" algn="ctr">
              <a:buAutoNum type="arabicPeriod"/>
            </a:pPr>
            <a:r>
              <a:rPr lang="ko-KR" altLang="en-US" dirty="0"/>
              <a:t>반복적으로 비활성화 버튼들을 클릭하다 보면 팝업이 열립니다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FC2DD7-A3D1-4733-8CAA-32FE110B3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25" y="4100052"/>
            <a:ext cx="3716614" cy="2679290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7C5CE1A1-87D8-4BB2-814B-E77AF55D6C8E}"/>
              </a:ext>
            </a:extLst>
          </p:cNvPr>
          <p:cNvSpPr/>
          <p:nvPr/>
        </p:nvSpPr>
        <p:spPr>
          <a:xfrm>
            <a:off x="4139381" y="5102942"/>
            <a:ext cx="924232" cy="52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96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3847577-6831-4C85-B9E9-766348030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9" y="245806"/>
            <a:ext cx="5379620" cy="38748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07DE03-1A1D-4374-A40E-3B06BFD93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41" y="379464"/>
            <a:ext cx="5755120" cy="4251530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9F3D75FD-3B0B-4585-88C9-81B306841E9E}"/>
              </a:ext>
            </a:extLst>
          </p:cNvPr>
          <p:cNvSpPr/>
          <p:nvPr/>
        </p:nvSpPr>
        <p:spPr>
          <a:xfrm>
            <a:off x="5580259" y="1465006"/>
            <a:ext cx="1154838" cy="8062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D4F116F-BF43-4ACD-BCA2-1946CBC0DBD3}"/>
              </a:ext>
            </a:extLst>
          </p:cNvPr>
          <p:cNvSpPr/>
          <p:nvPr/>
        </p:nvSpPr>
        <p:spPr>
          <a:xfrm>
            <a:off x="501445" y="5260258"/>
            <a:ext cx="11208774" cy="12182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‘</a:t>
            </a:r>
            <a:r>
              <a:rPr lang="ko-KR" altLang="en-US" dirty="0"/>
              <a:t>단일계약서</a:t>
            </a:r>
            <a:r>
              <a:rPr lang="en-US" altLang="ko-KR" dirty="0"/>
              <a:t>’ </a:t>
            </a:r>
            <a:r>
              <a:rPr lang="ko-KR" altLang="en-US" dirty="0"/>
              <a:t>클릭하면 나오는 팝업에서 </a:t>
            </a:r>
            <a:r>
              <a:rPr lang="en-US" altLang="ko-KR" dirty="0"/>
              <a:t>'</a:t>
            </a:r>
            <a:r>
              <a:rPr lang="ko-KR" altLang="en-US" dirty="0"/>
              <a:t>선택</a:t>
            </a:r>
            <a:r>
              <a:rPr lang="en-US" altLang="ko-KR" dirty="0"/>
              <a:t>’ </a:t>
            </a:r>
            <a:r>
              <a:rPr lang="ko-KR" altLang="en-US" dirty="0" err="1"/>
              <a:t>클릭시</a:t>
            </a:r>
            <a:r>
              <a:rPr lang="ko-KR" altLang="en-US" dirty="0"/>
              <a:t>  장애페이지가 나옵니다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562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A59813-7DC1-4A6A-805A-731567D2F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119" y="678425"/>
            <a:ext cx="5056047" cy="385916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B450A7-159B-49FB-97C4-0D9139D319BB}"/>
              </a:ext>
            </a:extLst>
          </p:cNvPr>
          <p:cNvSpPr/>
          <p:nvPr/>
        </p:nvSpPr>
        <p:spPr>
          <a:xfrm>
            <a:off x="432619" y="5378245"/>
            <a:ext cx="11021962" cy="11405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계약서 다운로드 해서 다운된 </a:t>
            </a:r>
            <a:r>
              <a:rPr lang="en-US" altLang="ko-KR" dirty="0"/>
              <a:t>zip </a:t>
            </a:r>
            <a:r>
              <a:rPr lang="ko-KR" altLang="en-US" dirty="0"/>
              <a:t>파일이 열리지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79C602-502E-49B0-8BDA-3D34823E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62" y="1729306"/>
            <a:ext cx="6443048" cy="1573718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48E0950-F603-4B3E-BD02-43CC7894D6AD}"/>
              </a:ext>
            </a:extLst>
          </p:cNvPr>
          <p:cNvSpPr/>
          <p:nvPr/>
        </p:nvSpPr>
        <p:spPr>
          <a:xfrm>
            <a:off x="5083277" y="1868129"/>
            <a:ext cx="2163097" cy="6489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1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FE0AE1-9EC2-42FE-A116-E7B3816C8A36}"/>
              </a:ext>
            </a:extLst>
          </p:cNvPr>
          <p:cNvSpPr/>
          <p:nvPr/>
        </p:nvSpPr>
        <p:spPr>
          <a:xfrm>
            <a:off x="1174955" y="403123"/>
            <a:ext cx="9625780" cy="61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공장등록</a:t>
            </a:r>
          </a:p>
        </p:txBody>
      </p:sp>
    </p:spTree>
    <p:extLst>
      <p:ext uri="{BB962C8B-B14F-4D97-AF65-F5344CB8AC3E}">
        <p14:creationId xmlns:p14="http://schemas.microsoft.com/office/powerpoint/2010/main" val="34424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E43141-13A6-4DE8-A319-DD3D6735D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1" y="486697"/>
            <a:ext cx="7465405" cy="3202668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45B2A6C-8536-400E-9EE1-E96E3C25976C}"/>
              </a:ext>
            </a:extLst>
          </p:cNvPr>
          <p:cNvSpPr/>
          <p:nvPr/>
        </p:nvSpPr>
        <p:spPr>
          <a:xfrm>
            <a:off x="678426" y="5152103"/>
            <a:ext cx="10530348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엑셀 다운로드 클릭 시 엑셀 내 데이터가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746F4B-ACCF-40D0-ABE1-83F146FCC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020" y="2879528"/>
            <a:ext cx="6563032" cy="194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2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C9172B-3588-4007-8E1E-E97503B7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348542"/>
            <a:ext cx="11602065" cy="2513112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8E5CFCC-2E28-4708-B545-D06E4BD01A28}"/>
              </a:ext>
            </a:extLst>
          </p:cNvPr>
          <p:cNvSpPr/>
          <p:nvPr/>
        </p:nvSpPr>
        <p:spPr>
          <a:xfrm>
            <a:off x="8111613" y="2281084"/>
            <a:ext cx="1474839" cy="373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엑셀양식 다운로드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D36636-A842-42B8-A0D8-16E454141288}"/>
              </a:ext>
            </a:extLst>
          </p:cNvPr>
          <p:cNvSpPr/>
          <p:nvPr/>
        </p:nvSpPr>
        <p:spPr>
          <a:xfrm>
            <a:off x="589935" y="5584723"/>
            <a:ext cx="11139949" cy="1091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엑셀 양식 다운로드 기능이 있어야 </a:t>
            </a:r>
            <a:r>
              <a:rPr lang="ko-KR" altLang="en-US" dirty="0" err="1"/>
              <a:t>할것</a:t>
            </a:r>
            <a:r>
              <a:rPr lang="ko-KR" altLang="en-US" dirty="0"/>
              <a:t> 같습니다</a:t>
            </a:r>
          </a:p>
        </p:txBody>
      </p:sp>
    </p:spTree>
    <p:extLst>
      <p:ext uri="{BB962C8B-B14F-4D97-AF65-F5344CB8AC3E}">
        <p14:creationId xmlns:p14="http://schemas.microsoft.com/office/powerpoint/2010/main" val="61544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FE0AE1-9EC2-42FE-A116-E7B3816C8A36}"/>
              </a:ext>
            </a:extLst>
          </p:cNvPr>
          <p:cNvSpPr/>
          <p:nvPr/>
        </p:nvSpPr>
        <p:spPr>
          <a:xfrm>
            <a:off x="1174955" y="403123"/>
            <a:ext cx="9625780" cy="61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판판정보</a:t>
            </a:r>
          </a:p>
        </p:txBody>
      </p:sp>
    </p:spTree>
    <p:extLst>
      <p:ext uri="{BB962C8B-B14F-4D97-AF65-F5344CB8AC3E}">
        <p14:creationId xmlns:p14="http://schemas.microsoft.com/office/powerpoint/2010/main" val="266363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0FEE35-13DF-42F1-A72A-5CA47C2D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5" y="0"/>
            <a:ext cx="9773265" cy="458284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C89F59-7AAF-4601-BCA7-B06080039969}"/>
              </a:ext>
            </a:extLst>
          </p:cNvPr>
          <p:cNvSpPr/>
          <p:nvPr/>
        </p:nvSpPr>
        <p:spPr>
          <a:xfrm>
            <a:off x="1199535" y="5555225"/>
            <a:ext cx="9861755" cy="10323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빈칸이 있습니다</a:t>
            </a:r>
            <a:r>
              <a:rPr lang="en-US" altLang="ko-KR" dirty="0"/>
              <a:t>. </a:t>
            </a:r>
            <a:r>
              <a:rPr lang="ko-KR" altLang="en-US" dirty="0"/>
              <a:t>삭제 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589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61E81B-4450-4F23-BA99-44954130A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91" y="390207"/>
            <a:ext cx="8259097" cy="255519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75E762C-562D-4386-A7DB-523819D56438}"/>
              </a:ext>
            </a:extLst>
          </p:cNvPr>
          <p:cNvSpPr/>
          <p:nvPr/>
        </p:nvSpPr>
        <p:spPr>
          <a:xfrm>
            <a:off x="698090" y="5425574"/>
            <a:ext cx="10382864" cy="10422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입찰기간이 없는 데이터가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531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8B6C1E1-E1C3-48CC-9C44-4C0C2A44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57316"/>
            <a:ext cx="6440537" cy="30785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1DB5D7-3B70-4DBD-B4E7-C037980A2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36" y="436625"/>
            <a:ext cx="5987846" cy="2799283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C3D3483-9CE0-41B7-901E-C618D852BD9E}"/>
              </a:ext>
            </a:extLst>
          </p:cNvPr>
          <p:cNvSpPr/>
          <p:nvPr/>
        </p:nvSpPr>
        <p:spPr>
          <a:xfrm>
            <a:off x="5260666" y="1836266"/>
            <a:ext cx="1376516" cy="656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1B6C244-753E-4EBD-9567-2974FD2D9BB0}"/>
              </a:ext>
            </a:extLst>
          </p:cNvPr>
          <p:cNvSpPr/>
          <p:nvPr/>
        </p:nvSpPr>
        <p:spPr>
          <a:xfrm>
            <a:off x="403123" y="6013994"/>
            <a:ext cx="11287433" cy="686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dirty="0"/>
              <a:t>조회가 안됩니다</a:t>
            </a:r>
            <a:r>
              <a:rPr lang="en-US" altLang="ko-KR" dirty="0"/>
              <a:t>.</a:t>
            </a:r>
          </a:p>
          <a:p>
            <a:pPr marL="342900" indent="-342900" algn="ctr">
              <a:buAutoNum type="arabicPeriod"/>
            </a:pPr>
            <a:r>
              <a:rPr lang="ko-KR" altLang="en-US" dirty="0"/>
              <a:t>빈칸일때 조회 버튼 클릭하면 리셋이 안됩니다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8DFD7C-B0C5-42F7-B3ED-123D6CBB2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35" y="3077028"/>
            <a:ext cx="5899763" cy="25768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A91236F-C243-4FE2-BA65-2B3D28476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782" y="3413813"/>
            <a:ext cx="6096000" cy="2374891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74F86D1-AF66-4A4C-A856-768E681EA957}"/>
              </a:ext>
            </a:extLst>
          </p:cNvPr>
          <p:cNvSpPr/>
          <p:nvPr/>
        </p:nvSpPr>
        <p:spPr>
          <a:xfrm>
            <a:off x="5260666" y="4586706"/>
            <a:ext cx="1376516" cy="656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077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E3FDFB6-D7F0-42FD-919B-AA0FBC7C1F99}"/>
              </a:ext>
            </a:extLst>
          </p:cNvPr>
          <p:cNvSpPr/>
          <p:nvPr/>
        </p:nvSpPr>
        <p:spPr>
          <a:xfrm>
            <a:off x="722671" y="5377016"/>
            <a:ext cx="10746658" cy="1061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첨부파일 보기</a:t>
            </a:r>
            <a:r>
              <a:rPr lang="en-US" altLang="ko-KR" dirty="0"/>
              <a:t>, </a:t>
            </a:r>
            <a:r>
              <a:rPr lang="ko-KR" altLang="en-US" dirty="0"/>
              <a:t>다운로드 버튼이 기능하지 않습니다</a:t>
            </a:r>
            <a:endParaRPr lang="en-US" altLang="ko-KR" dirty="0"/>
          </a:p>
          <a:p>
            <a:pPr algn="ctr"/>
            <a:r>
              <a:rPr lang="en-US" altLang="ko-KR" dirty="0"/>
              <a:t>* </a:t>
            </a:r>
            <a:r>
              <a:rPr lang="ko-KR" altLang="en-US" dirty="0"/>
              <a:t>첨부파일이 없어서 그런 경우라면 </a:t>
            </a:r>
            <a:r>
              <a:rPr lang="ko-KR" altLang="en-US" dirty="0" err="1"/>
              <a:t>안보여져야</a:t>
            </a:r>
            <a:r>
              <a:rPr lang="ko-KR" altLang="en-US" dirty="0"/>
              <a:t> </a:t>
            </a:r>
            <a:r>
              <a:rPr lang="ko-KR" altLang="en-US" dirty="0" err="1"/>
              <a:t>할것</a:t>
            </a:r>
            <a:r>
              <a:rPr lang="ko-KR" altLang="en-US" dirty="0"/>
              <a:t>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B84D26-3FE5-4129-B571-24D338640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2031590"/>
            <a:ext cx="6505575" cy="3009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16701C-F53C-4F4C-8F45-9CE17524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243" y="325232"/>
            <a:ext cx="39814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6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26B1A62-71B9-47F8-A17B-DB824FFF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2" y="0"/>
            <a:ext cx="5874402" cy="36084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0F04AC-9E59-4AD0-A3C8-EFCF2EC6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816190"/>
            <a:ext cx="5948516" cy="9726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1C8552-DBB5-4F34-8545-3B48CA55E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517" y="3931009"/>
            <a:ext cx="5726152" cy="106559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427C075-66B9-4E68-87F9-D2C8FC6C3F95}"/>
              </a:ext>
            </a:extLst>
          </p:cNvPr>
          <p:cNvSpPr/>
          <p:nvPr/>
        </p:nvSpPr>
        <p:spPr>
          <a:xfrm>
            <a:off x="356402" y="5329084"/>
            <a:ext cx="9829817" cy="12978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 err="1"/>
              <a:t>다음글</a:t>
            </a:r>
            <a:r>
              <a:rPr lang="ko-KR" altLang="en-US" dirty="0"/>
              <a:t> 클릭하다 보면 글자 폰트가 바뀝니다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2. </a:t>
            </a:r>
            <a:r>
              <a:rPr lang="ko-KR" altLang="en-US" dirty="0"/>
              <a:t>좌측 메뉴바가 바뀝니다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D2891C-28E8-4C25-B166-465A4B4A8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517" y="282328"/>
            <a:ext cx="6095999" cy="264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09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EA6327-D3F9-4169-A43A-2083A1B2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18" y="63399"/>
            <a:ext cx="9491545" cy="47054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5C08E3-163C-4A78-82FE-5C5B57DE2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7" y="2312235"/>
            <a:ext cx="6823587" cy="3004381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63DB020-D122-4D0C-82B5-F26EFE88816C}"/>
              </a:ext>
            </a:extLst>
          </p:cNvPr>
          <p:cNvSpPr/>
          <p:nvPr/>
        </p:nvSpPr>
        <p:spPr>
          <a:xfrm rot="10800000">
            <a:off x="6980903" y="3429000"/>
            <a:ext cx="1799303" cy="602226"/>
          </a:xfrm>
          <a:prstGeom prst="rightArrow">
            <a:avLst>
              <a:gd name="adj1" fmla="val 46735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7ED8360-3330-4654-B7DA-618530CA4F8E}"/>
              </a:ext>
            </a:extLst>
          </p:cNvPr>
          <p:cNvSpPr/>
          <p:nvPr/>
        </p:nvSpPr>
        <p:spPr>
          <a:xfrm>
            <a:off x="629265" y="5486400"/>
            <a:ext cx="10933470" cy="9469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판로정보 게시물 화면에서 하단의 목록을 클릭하면 </a:t>
            </a:r>
            <a:r>
              <a:rPr lang="ko-KR" altLang="en-US" dirty="0" err="1"/>
              <a:t>판판미디어로</a:t>
            </a:r>
            <a:r>
              <a:rPr lang="ko-KR" altLang="en-US" dirty="0"/>
              <a:t> 이동합니다</a:t>
            </a:r>
          </a:p>
        </p:txBody>
      </p:sp>
    </p:spTree>
    <p:extLst>
      <p:ext uri="{BB962C8B-B14F-4D97-AF65-F5344CB8AC3E}">
        <p14:creationId xmlns:p14="http://schemas.microsoft.com/office/powerpoint/2010/main" val="657535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B546383-F4DD-422D-B695-CDB57F35139F}"/>
              </a:ext>
            </a:extLst>
          </p:cNvPr>
          <p:cNvSpPr/>
          <p:nvPr/>
        </p:nvSpPr>
        <p:spPr>
          <a:xfrm>
            <a:off x="813916" y="422031"/>
            <a:ext cx="10711543" cy="11153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>
                <a:solidFill>
                  <a:schemeClr val="tx1"/>
                </a:solidFill>
              </a:rPr>
              <a:t>2</a:t>
            </a:r>
            <a:r>
              <a:rPr lang="ko-KR" altLang="en-US" sz="4800" dirty="0">
                <a:solidFill>
                  <a:schemeClr val="tx1"/>
                </a:solidFill>
              </a:rPr>
              <a:t>차</a:t>
            </a:r>
          </a:p>
        </p:txBody>
      </p:sp>
    </p:spTree>
    <p:extLst>
      <p:ext uri="{BB962C8B-B14F-4D97-AF65-F5344CB8AC3E}">
        <p14:creationId xmlns:p14="http://schemas.microsoft.com/office/powerpoint/2010/main" val="334484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D397DB7-4E72-46A5-8A69-139BEA4C48CE}"/>
              </a:ext>
            </a:extLst>
          </p:cNvPr>
          <p:cNvSpPr/>
          <p:nvPr/>
        </p:nvSpPr>
        <p:spPr>
          <a:xfrm>
            <a:off x="816935" y="508611"/>
            <a:ext cx="10558130" cy="7474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전자계약</a:t>
            </a:r>
          </a:p>
        </p:txBody>
      </p:sp>
    </p:spTree>
    <p:extLst>
      <p:ext uri="{BB962C8B-B14F-4D97-AF65-F5344CB8AC3E}">
        <p14:creationId xmlns:p14="http://schemas.microsoft.com/office/powerpoint/2010/main" val="33009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865CF06-6BA0-49AC-A1CD-0F4DBFC4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072592"/>
            <a:ext cx="8693860" cy="42118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C4C2A48-D600-4749-BFE4-7FBDF2AD9CB1}"/>
              </a:ext>
            </a:extLst>
          </p:cNvPr>
          <p:cNvSpPr/>
          <p:nvPr/>
        </p:nvSpPr>
        <p:spPr>
          <a:xfrm>
            <a:off x="1460855" y="3049943"/>
            <a:ext cx="6867525" cy="1952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클릭해서 </a:t>
            </a:r>
            <a:r>
              <a:rPr lang="en-US" altLang="ko-KR" dirty="0"/>
              <a:t>‘</a:t>
            </a:r>
            <a:r>
              <a:rPr lang="ko-KR" altLang="en-US" dirty="0"/>
              <a:t>서명 요청하기</a:t>
            </a:r>
            <a:r>
              <a:rPr lang="en-US" altLang="ko-KR" dirty="0"/>
              <a:t>’</a:t>
            </a:r>
            <a:r>
              <a:rPr lang="ko-KR" altLang="en-US" dirty="0"/>
              <a:t>를 </a:t>
            </a:r>
            <a:r>
              <a:rPr lang="ko-KR" altLang="en-US" dirty="0" err="1"/>
              <a:t>클릭해야하는데</a:t>
            </a:r>
            <a:r>
              <a:rPr lang="ko-KR" altLang="en-US" dirty="0"/>
              <a:t> 클릭할 수 있는지 확인을 할 수 없습니다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* </a:t>
            </a:r>
            <a:r>
              <a:rPr lang="ko-KR" altLang="en-US" dirty="0"/>
              <a:t>게시물에 마우스 오버 시</a:t>
            </a:r>
            <a:r>
              <a:rPr lang="en-US" altLang="ko-KR" dirty="0"/>
              <a:t>, </a:t>
            </a:r>
            <a:r>
              <a:rPr lang="ko-KR" altLang="en-US" dirty="0"/>
              <a:t>색깔로 표시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판판대로</a:t>
            </a:r>
            <a:r>
              <a:rPr lang="ko-KR" altLang="en-US" dirty="0"/>
              <a:t> 관리자 페이지 </a:t>
            </a:r>
            <a:r>
              <a:rPr lang="en-US" altLang="ko-KR" dirty="0"/>
              <a:t>-&gt; </a:t>
            </a:r>
            <a:r>
              <a:rPr lang="ko-KR" altLang="en-US" dirty="0"/>
              <a:t>계약관리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46278E-942F-47A3-83DA-CBCE5239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290" y="3853001"/>
            <a:ext cx="3883320" cy="14314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F644B7-395E-48A8-B255-7BDC929A08E6}"/>
              </a:ext>
            </a:extLst>
          </p:cNvPr>
          <p:cNvSpPr/>
          <p:nvPr/>
        </p:nvSpPr>
        <p:spPr>
          <a:xfrm>
            <a:off x="8187070" y="4265599"/>
            <a:ext cx="3572540" cy="4020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703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231E2F-8179-4383-925D-1F474B801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" y="1123479"/>
            <a:ext cx="7706181" cy="40454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C4C2A48-D600-4749-BFE4-7FBDF2AD9CB1}"/>
              </a:ext>
            </a:extLst>
          </p:cNvPr>
          <p:cNvSpPr/>
          <p:nvPr/>
        </p:nvSpPr>
        <p:spPr>
          <a:xfrm>
            <a:off x="1535283" y="3403091"/>
            <a:ext cx="6185617" cy="4499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클릭해서 </a:t>
            </a:r>
            <a:r>
              <a:rPr lang="en-US" altLang="ko-KR" dirty="0"/>
              <a:t>‘</a:t>
            </a:r>
            <a:r>
              <a:rPr lang="ko-KR" altLang="en-US" dirty="0"/>
              <a:t>서명 요청하기</a:t>
            </a:r>
            <a:r>
              <a:rPr lang="en-US" altLang="ko-KR" dirty="0"/>
              <a:t>’</a:t>
            </a:r>
            <a:r>
              <a:rPr lang="ko-KR" altLang="en-US" dirty="0"/>
              <a:t>를 </a:t>
            </a:r>
            <a:r>
              <a:rPr lang="ko-KR" altLang="en-US" dirty="0" err="1"/>
              <a:t>클릭해야하는데</a:t>
            </a:r>
            <a:r>
              <a:rPr lang="ko-KR" altLang="en-US" dirty="0"/>
              <a:t> 클릭할 수 있는지 확인을 할 수 없습니다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* </a:t>
            </a:r>
            <a:r>
              <a:rPr lang="ko-KR" altLang="en-US" dirty="0"/>
              <a:t>게시물에 마우스 오버 시</a:t>
            </a:r>
            <a:r>
              <a:rPr lang="en-US" altLang="ko-KR" dirty="0"/>
              <a:t>, </a:t>
            </a:r>
            <a:r>
              <a:rPr lang="ko-KR" altLang="en-US" dirty="0"/>
              <a:t>색깔로 표시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46278E-942F-47A3-83DA-CBCE5239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290" y="3853001"/>
            <a:ext cx="3883320" cy="14314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F644B7-395E-48A8-B255-7BDC929A08E6}"/>
              </a:ext>
            </a:extLst>
          </p:cNvPr>
          <p:cNvSpPr/>
          <p:nvPr/>
        </p:nvSpPr>
        <p:spPr>
          <a:xfrm>
            <a:off x="8187070" y="4265599"/>
            <a:ext cx="3572540" cy="4020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2D95376-37B7-4FA6-B680-0D6E9AF71863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마이페이지 </a:t>
            </a:r>
            <a:r>
              <a:rPr lang="en-US" altLang="ko-KR" dirty="0"/>
              <a:t>-&gt; </a:t>
            </a:r>
            <a:r>
              <a:rPr lang="ko-KR" altLang="en-US" dirty="0"/>
              <a:t>전자계약 현황 </a:t>
            </a:r>
            <a:r>
              <a:rPr lang="en-US" altLang="ko-KR" dirty="0"/>
              <a:t>-&gt; </a:t>
            </a:r>
            <a:r>
              <a:rPr lang="ko-KR" altLang="en-US" dirty="0"/>
              <a:t>증권관리</a:t>
            </a:r>
          </a:p>
        </p:txBody>
      </p:sp>
    </p:spTree>
    <p:extLst>
      <p:ext uri="{BB962C8B-B14F-4D97-AF65-F5344CB8AC3E}">
        <p14:creationId xmlns:p14="http://schemas.microsoft.com/office/powerpoint/2010/main" val="330236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1EF319F-7933-4815-AFD1-03A1F43CA7D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마이페이지 </a:t>
            </a:r>
            <a:r>
              <a:rPr lang="en-US" altLang="ko-KR" dirty="0"/>
              <a:t>-&gt; </a:t>
            </a:r>
            <a:r>
              <a:rPr lang="ko-KR" altLang="en-US" dirty="0"/>
              <a:t>전자계약 현황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9B4030E-ABAA-4262-8E13-E643072DCC66}"/>
              </a:ext>
            </a:extLst>
          </p:cNvPr>
          <p:cNvSpPr/>
          <p:nvPr/>
        </p:nvSpPr>
        <p:spPr>
          <a:xfrm>
            <a:off x="659219" y="5571460"/>
            <a:ext cx="10632558" cy="1058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계약서 서명 누르면 서명 화면이 나오지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D95C02-46D9-449A-AE16-CE8303C1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257" y="1232626"/>
            <a:ext cx="5376688" cy="386477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67E4064-D373-464C-8CAF-4A009AC9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" y="1335995"/>
            <a:ext cx="5184291" cy="376140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DC3E87-A4BE-432F-A4DD-C59371548951}"/>
              </a:ext>
            </a:extLst>
          </p:cNvPr>
          <p:cNvSpPr/>
          <p:nvPr/>
        </p:nvSpPr>
        <p:spPr>
          <a:xfrm>
            <a:off x="2331217" y="4731289"/>
            <a:ext cx="542611" cy="4020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8CCD43E-6B0B-4D3A-9E26-A1AA34149177}"/>
              </a:ext>
            </a:extLst>
          </p:cNvPr>
          <p:cNvSpPr/>
          <p:nvPr/>
        </p:nvSpPr>
        <p:spPr>
          <a:xfrm>
            <a:off x="5255288" y="2823587"/>
            <a:ext cx="840712" cy="7938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576DE9B-4066-4C93-9A6A-6EC0EB1F21A5}"/>
              </a:ext>
            </a:extLst>
          </p:cNvPr>
          <p:cNvSpPr/>
          <p:nvPr/>
        </p:nvSpPr>
        <p:spPr>
          <a:xfrm>
            <a:off x="10492872" y="2823587"/>
            <a:ext cx="840712" cy="7938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9C34FD-5968-4EBD-9958-C450969FD384}"/>
              </a:ext>
            </a:extLst>
          </p:cNvPr>
          <p:cNvSpPr/>
          <p:nvPr/>
        </p:nvSpPr>
        <p:spPr>
          <a:xfrm>
            <a:off x="11193385" y="1335026"/>
            <a:ext cx="1165609" cy="3597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1821535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8BBC3FA-020F-4EC3-AD52-42399871F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09" y="1385986"/>
            <a:ext cx="8377579" cy="142364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EF7FD83-A5F6-43A8-BFC6-5D72A1906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109" y="3028666"/>
            <a:ext cx="8355781" cy="232375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1EF319F-7933-4815-AFD1-03A1F43CA7D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마이페이지 </a:t>
            </a:r>
            <a:r>
              <a:rPr lang="en-US" altLang="ko-KR" dirty="0"/>
              <a:t>-&gt; </a:t>
            </a:r>
            <a:r>
              <a:rPr lang="ko-KR" altLang="en-US" dirty="0"/>
              <a:t>전자계약 현황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9B4030E-ABAA-4262-8E13-E643072DCC66}"/>
              </a:ext>
            </a:extLst>
          </p:cNvPr>
          <p:cNvSpPr/>
          <p:nvPr/>
        </p:nvSpPr>
        <p:spPr>
          <a:xfrm>
            <a:off x="659219" y="5571460"/>
            <a:ext cx="10632558" cy="1058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계약서 서명 누르면 서명 화면이 나오지 않습니다</a:t>
            </a:r>
            <a:r>
              <a:rPr lang="en-US" altLang="ko-KR" dirty="0"/>
              <a:t>.(</a:t>
            </a:r>
            <a:r>
              <a:rPr lang="ko-KR" altLang="en-US" dirty="0"/>
              <a:t>정상적으로 됐다가 안됐다가 하는 상태입니다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DC3E87-A4BE-432F-A4DD-C59371548951}"/>
              </a:ext>
            </a:extLst>
          </p:cNvPr>
          <p:cNvSpPr/>
          <p:nvPr/>
        </p:nvSpPr>
        <p:spPr>
          <a:xfrm>
            <a:off x="2914650" y="2126974"/>
            <a:ext cx="4661807" cy="455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464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2302BC-E458-4D31-BD50-D33205A3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014" y="1038428"/>
            <a:ext cx="4726837" cy="35065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201FF4-B475-4098-8B80-A702E852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68" y="868307"/>
            <a:ext cx="6014594" cy="4401879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8319226-0363-4575-8B92-FEA9E06D1327}"/>
              </a:ext>
            </a:extLst>
          </p:cNvPr>
          <p:cNvSpPr/>
          <p:nvPr/>
        </p:nvSpPr>
        <p:spPr>
          <a:xfrm>
            <a:off x="5911702" y="3069246"/>
            <a:ext cx="999461" cy="6096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E11D2D-3EC4-42C9-8DD6-1B7E43D7E0E9}"/>
              </a:ext>
            </a:extLst>
          </p:cNvPr>
          <p:cNvSpPr/>
          <p:nvPr/>
        </p:nvSpPr>
        <p:spPr>
          <a:xfrm>
            <a:off x="8782492" y="3949782"/>
            <a:ext cx="925033" cy="3242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저장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7A61AA7-8FF7-489C-B555-D90A0AD8272B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마이페이지 </a:t>
            </a:r>
            <a:r>
              <a:rPr lang="en-US" altLang="ko-KR" dirty="0"/>
              <a:t>-&gt; </a:t>
            </a:r>
            <a:r>
              <a:rPr lang="ko-KR" altLang="en-US" dirty="0"/>
              <a:t>전자계약 현황 </a:t>
            </a:r>
            <a:r>
              <a:rPr lang="en-US" altLang="ko-KR" dirty="0"/>
              <a:t>-&gt; </a:t>
            </a:r>
            <a:r>
              <a:rPr lang="ko-KR" altLang="en-US" dirty="0"/>
              <a:t>증권관리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30FCF3-E163-4285-B3F3-261E2D7AF416}"/>
              </a:ext>
            </a:extLst>
          </p:cNvPr>
          <p:cNvSpPr/>
          <p:nvPr/>
        </p:nvSpPr>
        <p:spPr>
          <a:xfrm>
            <a:off x="446567" y="5645888"/>
            <a:ext cx="11313042" cy="9299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 버튼이 없습니다</a:t>
            </a:r>
            <a:r>
              <a:rPr lang="en-US" altLang="ko-KR" dirty="0"/>
              <a:t>. </a:t>
            </a:r>
            <a:r>
              <a:rPr lang="ko-KR" altLang="en-US" dirty="0"/>
              <a:t>사용자가 알기 쉽게 저장버튼 생성 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FF6A08-5AE1-4D67-885B-6A72DFDB522D}"/>
              </a:ext>
            </a:extLst>
          </p:cNvPr>
          <p:cNvSpPr/>
          <p:nvPr/>
        </p:nvSpPr>
        <p:spPr>
          <a:xfrm>
            <a:off x="8318677" y="3782922"/>
            <a:ext cx="1852662" cy="6580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046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7A61AA7-8FF7-489C-B555-D90A0AD8272B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마이페이지 </a:t>
            </a:r>
            <a:r>
              <a:rPr lang="en-US" altLang="ko-KR" dirty="0"/>
              <a:t>-&gt; </a:t>
            </a:r>
            <a:r>
              <a:rPr lang="ko-KR" altLang="en-US" dirty="0"/>
              <a:t>전자계약 현황 </a:t>
            </a:r>
            <a:r>
              <a:rPr lang="en-US" altLang="ko-KR" dirty="0"/>
              <a:t>-&gt; </a:t>
            </a:r>
            <a:r>
              <a:rPr lang="ko-KR" altLang="en-US" dirty="0"/>
              <a:t>증권관리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30FCF3-E163-4285-B3F3-261E2D7AF416}"/>
              </a:ext>
            </a:extLst>
          </p:cNvPr>
          <p:cNvSpPr/>
          <p:nvPr/>
        </p:nvSpPr>
        <p:spPr>
          <a:xfrm>
            <a:off x="446567" y="5645888"/>
            <a:ext cx="11313042" cy="9299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수정 </a:t>
            </a:r>
            <a:r>
              <a:rPr lang="ko-KR" altLang="en-US" dirty="0" err="1"/>
              <a:t>요청누르고</a:t>
            </a:r>
            <a:r>
              <a:rPr lang="ko-KR" altLang="en-US" dirty="0"/>
              <a:t> 계약서 수정하려고 하면 </a:t>
            </a:r>
            <a:r>
              <a:rPr lang="en-US" altLang="ko-KR" dirty="0"/>
              <a:t>‘</a:t>
            </a:r>
            <a:r>
              <a:rPr lang="ko-KR" altLang="en-US" dirty="0"/>
              <a:t>권한이 없습니다＇</a:t>
            </a:r>
            <a:r>
              <a:rPr lang="en-US" altLang="ko-KR" dirty="0"/>
              <a:t> </a:t>
            </a:r>
            <a:r>
              <a:rPr lang="ko-KR" altLang="en-US" dirty="0"/>
              <a:t>화면이 나옵니다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8C65B4-2F95-40C6-A6E1-1847C6FB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04" y="1335995"/>
            <a:ext cx="5184291" cy="376140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C83BDB-7900-4161-8FFF-2AC67EBBD5F3}"/>
              </a:ext>
            </a:extLst>
          </p:cNvPr>
          <p:cNvSpPr/>
          <p:nvPr/>
        </p:nvSpPr>
        <p:spPr>
          <a:xfrm>
            <a:off x="2711696" y="4863995"/>
            <a:ext cx="413341" cy="2334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CEFC538-C418-43CA-A482-0FE57AA00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070" y="3564226"/>
            <a:ext cx="3990965" cy="180741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B6BA05-10FA-4A27-A89E-BC71DB78F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23850"/>
            <a:ext cx="6096000" cy="71402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1AEE7E-2812-44CD-8F75-553527C3EE5D}"/>
              </a:ext>
            </a:extLst>
          </p:cNvPr>
          <p:cNvSpPr/>
          <p:nvPr/>
        </p:nvSpPr>
        <p:spPr>
          <a:xfrm>
            <a:off x="6497822" y="1852333"/>
            <a:ext cx="5694178" cy="2779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8319226-0363-4575-8B92-FEA9E06D1327}"/>
              </a:ext>
            </a:extLst>
          </p:cNvPr>
          <p:cNvSpPr/>
          <p:nvPr/>
        </p:nvSpPr>
        <p:spPr>
          <a:xfrm>
            <a:off x="5408886" y="1686478"/>
            <a:ext cx="999461" cy="6096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6D5B9D94-D73E-4431-9318-8C230817E0E3}"/>
              </a:ext>
            </a:extLst>
          </p:cNvPr>
          <p:cNvSpPr/>
          <p:nvPr/>
        </p:nvSpPr>
        <p:spPr>
          <a:xfrm>
            <a:off x="8983226" y="2421653"/>
            <a:ext cx="683288" cy="10073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941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D86572E-63A5-4F79-8E01-530921F03C7D}"/>
              </a:ext>
            </a:extLst>
          </p:cNvPr>
          <p:cNvSpPr/>
          <p:nvPr/>
        </p:nvSpPr>
        <p:spPr>
          <a:xfrm>
            <a:off x="871870" y="478465"/>
            <a:ext cx="10558130" cy="15417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7629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CA8092-0A62-4EB2-A264-42717C3C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27" y="1031934"/>
            <a:ext cx="7889358" cy="415984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C4C2A48-D600-4749-BFE4-7FBDF2AD9CB1}"/>
              </a:ext>
            </a:extLst>
          </p:cNvPr>
          <p:cNvSpPr/>
          <p:nvPr/>
        </p:nvSpPr>
        <p:spPr>
          <a:xfrm>
            <a:off x="3789385" y="2936254"/>
            <a:ext cx="5620429" cy="11360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마지막 페이지에 아무런 정보도 나오지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 </a:t>
            </a:r>
            <a:r>
              <a:rPr lang="ko-KR" altLang="en-US" dirty="0"/>
              <a:t>공장등록생산정보</a:t>
            </a:r>
          </a:p>
        </p:txBody>
      </p:sp>
    </p:spTree>
    <p:extLst>
      <p:ext uri="{BB962C8B-B14F-4D97-AF65-F5344CB8AC3E}">
        <p14:creationId xmlns:p14="http://schemas.microsoft.com/office/powerpoint/2010/main" val="874230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E538E80-2DF0-4008-9202-7B346FD4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762282"/>
            <a:ext cx="4930467" cy="256856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C4C2A48-D600-4749-BFE4-7FBDF2AD9CB1}"/>
              </a:ext>
            </a:extLst>
          </p:cNvPr>
          <p:cNvSpPr/>
          <p:nvPr/>
        </p:nvSpPr>
        <p:spPr>
          <a:xfrm>
            <a:off x="748474" y="2610524"/>
            <a:ext cx="1144122" cy="5686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관리자페이지에서는 조회가 되는데 메인에서는 공장번호로 조회가 되지 않습니다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회사명 검색도 동일합니다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 </a:t>
            </a:r>
            <a:r>
              <a:rPr lang="ko-KR" altLang="en-US" dirty="0"/>
              <a:t>공장등록생산정보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11F295-4243-4AEF-B081-1E270AF02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54" y="1280160"/>
            <a:ext cx="3223438" cy="194749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22EB6B0-8AED-4BB4-B76D-550D3E691FAC}"/>
              </a:ext>
            </a:extLst>
          </p:cNvPr>
          <p:cNvSpPr/>
          <p:nvPr/>
        </p:nvSpPr>
        <p:spPr>
          <a:xfrm>
            <a:off x="7430151" y="2110598"/>
            <a:ext cx="1144122" cy="5686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AE51A96-4FE6-47F0-BCE0-5CD5C21B6BD8}"/>
              </a:ext>
            </a:extLst>
          </p:cNvPr>
          <p:cNvSpPr/>
          <p:nvPr/>
        </p:nvSpPr>
        <p:spPr>
          <a:xfrm>
            <a:off x="7347098" y="1200327"/>
            <a:ext cx="3136605" cy="2764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관리자페이지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68C8F8-BCF5-4AE6-B0D1-5F34EF58B574}"/>
              </a:ext>
            </a:extLst>
          </p:cNvPr>
          <p:cNvSpPr/>
          <p:nvPr/>
        </p:nvSpPr>
        <p:spPr>
          <a:xfrm>
            <a:off x="7347097" y="3297135"/>
            <a:ext cx="3136605" cy="2764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7E9F61-9117-435A-A167-C78D6D999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776" y="3701862"/>
            <a:ext cx="4336147" cy="176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16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7663FC-147C-4CFF-9462-450CEDA3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5" y="1085681"/>
            <a:ext cx="8845770" cy="353948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C4C2A48-D600-4749-BFE4-7FBDF2AD9CB1}"/>
              </a:ext>
            </a:extLst>
          </p:cNvPr>
          <p:cNvSpPr/>
          <p:nvPr/>
        </p:nvSpPr>
        <p:spPr>
          <a:xfrm>
            <a:off x="2151971" y="2195855"/>
            <a:ext cx="1144122" cy="324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조회하고 나면 </a:t>
            </a:r>
            <a:r>
              <a:rPr lang="ko-KR" altLang="en-US" dirty="0" err="1"/>
              <a:t>드롭박스가</a:t>
            </a:r>
            <a:r>
              <a:rPr lang="ko-KR" altLang="en-US" dirty="0"/>
              <a:t> 행사명으로 돌아갑니다</a:t>
            </a:r>
            <a:r>
              <a:rPr lang="en-US" altLang="ko-KR" dirty="0"/>
              <a:t>. </a:t>
            </a:r>
            <a:r>
              <a:rPr lang="ko-KR" altLang="en-US" dirty="0"/>
              <a:t>조회했던 항목으로 </a:t>
            </a:r>
            <a:r>
              <a:rPr lang="ko-KR" altLang="en-US" dirty="0" err="1"/>
              <a:t>드롭박스가</a:t>
            </a:r>
            <a:r>
              <a:rPr lang="ko-KR" altLang="en-US" dirty="0"/>
              <a:t> 남을 수 있게 고정 </a:t>
            </a:r>
            <a:r>
              <a:rPr lang="ko-KR" altLang="en-US" dirty="0" err="1"/>
              <a:t>요청드립니다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</a:t>
            </a:r>
            <a:r>
              <a:rPr lang="ko-KR" altLang="en-US" dirty="0"/>
              <a:t>중소기업 행사정보</a:t>
            </a:r>
          </a:p>
        </p:txBody>
      </p:sp>
    </p:spTree>
    <p:extLst>
      <p:ext uri="{BB962C8B-B14F-4D97-AF65-F5344CB8AC3E}">
        <p14:creationId xmlns:p14="http://schemas.microsoft.com/office/powerpoint/2010/main" val="2566334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7663FC-147C-4CFF-9462-450CEDA3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5" y="1085681"/>
            <a:ext cx="8845770" cy="353948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C4C2A48-D600-4749-BFE4-7FBDF2AD9CB1}"/>
              </a:ext>
            </a:extLst>
          </p:cNvPr>
          <p:cNvSpPr/>
          <p:nvPr/>
        </p:nvSpPr>
        <p:spPr>
          <a:xfrm>
            <a:off x="2151971" y="2195855"/>
            <a:ext cx="1144122" cy="324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수행기관 조회 항목이 있는데</a:t>
            </a:r>
            <a:r>
              <a:rPr lang="en-US" altLang="ko-KR" dirty="0"/>
              <a:t>, </a:t>
            </a:r>
            <a:r>
              <a:rPr lang="ko-KR" altLang="en-US" dirty="0"/>
              <a:t>정보에서는 수행기관 항목이 확인이 안됩니다</a:t>
            </a:r>
            <a:r>
              <a:rPr lang="en-US" altLang="ko-KR" dirty="0"/>
              <a:t>. </a:t>
            </a:r>
            <a:r>
              <a:rPr lang="ko-KR" altLang="en-US" dirty="0"/>
              <a:t>수행기간 데이터 추가 </a:t>
            </a:r>
            <a:r>
              <a:rPr lang="ko-KR" altLang="en-US" dirty="0" err="1"/>
              <a:t>요청드립니다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</a:t>
            </a:r>
            <a:r>
              <a:rPr lang="ko-KR" altLang="en-US" dirty="0"/>
              <a:t>중소기업 행사정보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2EB6B0-8AED-4BB4-B76D-550D3E691FAC}"/>
              </a:ext>
            </a:extLst>
          </p:cNvPr>
          <p:cNvSpPr/>
          <p:nvPr/>
        </p:nvSpPr>
        <p:spPr>
          <a:xfrm>
            <a:off x="2184061" y="3282677"/>
            <a:ext cx="973809" cy="324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767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E89B15B-852D-4B5F-8D0B-BF3CAE1F5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136"/>
          <a:stretch/>
        </p:blipFill>
        <p:spPr>
          <a:xfrm>
            <a:off x="134229" y="995608"/>
            <a:ext cx="5179606" cy="350943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해시태그 교육으로 검색했는데 포함되지 않고 행사명에 교육이 들어가 있는 데이터가 같이 나옵니다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</a:t>
            </a:r>
            <a:r>
              <a:rPr lang="ko-KR" altLang="en-US" dirty="0"/>
              <a:t>중소기업 행사정보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2EB6B0-8AED-4BB4-B76D-550D3E691FAC}"/>
              </a:ext>
            </a:extLst>
          </p:cNvPr>
          <p:cNvSpPr/>
          <p:nvPr/>
        </p:nvSpPr>
        <p:spPr>
          <a:xfrm>
            <a:off x="2366143" y="3266969"/>
            <a:ext cx="408955" cy="1620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ACF561-DA04-48E7-90FE-54E586D1F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814" y="1692735"/>
            <a:ext cx="6589186" cy="297159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D960501-D295-4A32-ABC7-6E1BB64FC2A3}"/>
              </a:ext>
            </a:extLst>
          </p:cNvPr>
          <p:cNvSpPr/>
          <p:nvPr/>
        </p:nvSpPr>
        <p:spPr>
          <a:xfrm>
            <a:off x="5602814" y="3429000"/>
            <a:ext cx="1144122" cy="324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164F79-0329-4FB2-856C-7F0669678822}"/>
              </a:ext>
            </a:extLst>
          </p:cNvPr>
          <p:cNvSpPr/>
          <p:nvPr/>
        </p:nvSpPr>
        <p:spPr>
          <a:xfrm>
            <a:off x="8897407" y="3447490"/>
            <a:ext cx="1144122" cy="324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685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5F1CE-1430-4488-B94A-8E0E795C4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70" y="1200484"/>
            <a:ext cx="9322107" cy="395609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검색조건 입찰정보명</a:t>
            </a:r>
            <a:r>
              <a:rPr lang="en-US" altLang="ko-KR" dirty="0"/>
              <a:t>, </a:t>
            </a:r>
            <a:r>
              <a:rPr lang="ko-KR" altLang="en-US" dirty="0"/>
              <a:t>공고기관명 등 조회가 </a:t>
            </a:r>
            <a:r>
              <a:rPr lang="ko-KR" altLang="en-US" dirty="0" err="1"/>
              <a:t>안되는것</a:t>
            </a:r>
            <a:r>
              <a:rPr lang="ko-KR" altLang="en-US" dirty="0"/>
              <a:t>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</a:t>
            </a:r>
            <a:r>
              <a:rPr lang="ko-KR" altLang="en-US" dirty="0"/>
              <a:t>조달청 입찰정보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960501-D295-4A32-ABC7-6E1BB64FC2A3}"/>
              </a:ext>
            </a:extLst>
          </p:cNvPr>
          <p:cNvSpPr/>
          <p:nvPr/>
        </p:nvSpPr>
        <p:spPr>
          <a:xfrm>
            <a:off x="2914649" y="2705000"/>
            <a:ext cx="6911207" cy="5619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551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E0D5C2E-4680-4F09-BA1A-EB8DF103E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414462"/>
            <a:ext cx="11563350" cy="402907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58221" y="5598497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아래가 </a:t>
            </a:r>
            <a:r>
              <a:rPr lang="ko-KR" altLang="en-US" dirty="0" err="1"/>
              <a:t>잘려보입니다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 </a:t>
            </a:r>
            <a:r>
              <a:rPr lang="ko-KR" altLang="en-US" dirty="0"/>
              <a:t>공통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960501-D295-4A32-ABC7-6E1BB64FC2A3}"/>
              </a:ext>
            </a:extLst>
          </p:cNvPr>
          <p:cNvSpPr/>
          <p:nvPr/>
        </p:nvSpPr>
        <p:spPr>
          <a:xfrm>
            <a:off x="5111749" y="3975000"/>
            <a:ext cx="1847851" cy="990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60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81F6B3-393E-4634-A8B7-CE6672ACA9AB}"/>
              </a:ext>
            </a:extLst>
          </p:cNvPr>
          <p:cNvSpPr/>
          <p:nvPr/>
        </p:nvSpPr>
        <p:spPr>
          <a:xfrm>
            <a:off x="276225" y="5220781"/>
            <a:ext cx="11639550" cy="1095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dirty="0"/>
              <a:t>페이스북 클릭 시</a:t>
            </a:r>
            <a:r>
              <a:rPr lang="en-US" altLang="ko-KR" dirty="0"/>
              <a:t>, </a:t>
            </a:r>
            <a:r>
              <a:rPr lang="ko-KR" altLang="en-US" dirty="0"/>
              <a:t>장애 페이지로 이동합니다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EF3173-7476-4326-B49B-5C86D36AF0BA}"/>
              </a:ext>
            </a:extLst>
          </p:cNvPr>
          <p:cNvSpPr/>
          <p:nvPr/>
        </p:nvSpPr>
        <p:spPr>
          <a:xfrm>
            <a:off x="104775" y="95250"/>
            <a:ext cx="5619750" cy="663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쏠쏠판판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판판정보 </a:t>
            </a:r>
            <a:r>
              <a:rPr lang="en-US" altLang="ko-KR" dirty="0"/>
              <a:t>-&gt; </a:t>
            </a:r>
            <a:r>
              <a:rPr lang="ko-KR" altLang="en-US" dirty="0"/>
              <a:t>공통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FF1794-FAA9-4DAC-A301-57FE3A28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21" y="1637219"/>
            <a:ext cx="5280025" cy="236929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E8DF382-D341-4EBE-8750-9BCAC2DD9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012" y="1637219"/>
            <a:ext cx="5619750" cy="195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4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403</Words>
  <Application>Microsoft Office PowerPoint</Application>
  <PresentationFormat>와이드스크린</PresentationFormat>
  <Paragraphs>60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sbdc</dc:creator>
  <cp:lastModifiedBy>sbdc</cp:lastModifiedBy>
  <cp:revision>73</cp:revision>
  <dcterms:created xsi:type="dcterms:W3CDTF">2025-11-27T07:17:20Z</dcterms:created>
  <dcterms:modified xsi:type="dcterms:W3CDTF">2025-12-04T04:50:29Z</dcterms:modified>
</cp:coreProperties>
</file>