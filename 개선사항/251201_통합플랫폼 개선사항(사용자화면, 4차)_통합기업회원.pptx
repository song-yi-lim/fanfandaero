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06" r:id="rId3"/>
    <p:sldId id="320" r:id="rId4"/>
    <p:sldId id="321" r:id="rId5"/>
    <p:sldId id="331" r:id="rId6"/>
    <p:sldId id="332" r:id="rId7"/>
    <p:sldId id="304" r:id="rId8"/>
    <p:sldId id="292" r:id="rId9"/>
    <p:sldId id="324" r:id="rId10"/>
    <p:sldId id="325" r:id="rId11"/>
    <p:sldId id="334" r:id="rId12"/>
    <p:sldId id="335" r:id="rId13"/>
    <p:sldId id="290" r:id="rId14"/>
    <p:sldId id="336" r:id="rId15"/>
    <p:sldId id="329" r:id="rId16"/>
    <p:sldId id="338" r:id="rId17"/>
    <p:sldId id="33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ED27B-7992-4F33-86D9-D6001C27B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5DA460-AD15-446A-B302-52A3BC5C5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70777-C646-4EEF-B0C2-2B24D3A6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1EE5C-94B4-4AB3-A38C-1D307D76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C5219B-E318-49EC-85D8-EB27C4D8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1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F07B3-913F-4E2C-88E1-60166CC9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D4673-7062-4F24-869D-B7CEFECA0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16011-CE2F-4339-9F70-9686CF5D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63C8B-138E-4722-A536-0E3C4F343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97F37-1BA6-48B6-8B3C-10AD527B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32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1F603-0547-45AD-9347-59C5E31B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475D2-8509-4EC6-966B-EF1EED8C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7F391-75C5-42C8-A81E-3280E9F9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2421D-5BC7-4ABF-8C93-16D83EE3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D51359-4F37-4C89-98A1-D29ECDF9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690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8892F-0F3E-4CE0-B778-EFE7E0B4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140E8-350E-415B-A4A7-0927AA005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FBD9AF-34DB-4389-9FFE-E3F8AA24F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DC2F09-65C7-4F45-AF76-B6DAA12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42C75A-F778-4213-A44E-B8AD440E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757072-6FF7-483A-9635-0BD6C4C6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6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D35C5-800E-4160-9302-9756D893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9AD29-D232-4650-BF35-F22B2DBE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2BB0FD-8E73-4DCB-A42A-D377760CC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E03212-9627-4502-B94B-D4F6ABD9E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83417E-3122-46FF-95E3-CFFEBB8A0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AB8A0C-25E8-42BA-B464-AB6ABFD9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7FB4CF-2ABF-4A62-857C-5314C2E3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62D04D-BB0C-4646-9FE5-C7A061CC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499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E60A0-848C-4E90-8AA3-7241B3B2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D2999A-4FAB-4F21-87BD-803320EB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5E6E6A-FFDE-4DA6-BD33-033F549E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15CB8D-102E-4FA7-B785-BC7132A6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CAE2D8-5140-4B77-B9CD-E6892679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E62C50-F6C0-4579-85F9-D3C9E3C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C63BB-82D9-4F87-B25C-C56D6873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8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5B686-7A04-4FBF-83E9-2D1D2F66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80F4D-3DCD-46BE-AEC3-3A5E9B045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94D041-641C-4EC7-854D-01274DFF8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A52ED3-BEDD-4095-A446-DB34758A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34CBDA-F829-4B90-A80B-050CC9D5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8ABBBD-39D5-489A-BDF9-80F63CD6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4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2C754-D90D-4A1A-80D1-0E6D50A9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B129DE-56D5-457B-8254-B5AB01AEC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908304-414E-4E5F-BCC8-5D0C0E392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AB7A00-B2D7-4527-8DFE-DEA1602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95D25-3181-47FD-BD15-65E74D64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197F2C-E9FE-4B4C-AF18-91A2DC06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62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7753F-E1EB-4665-8C12-8C4F0141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3EC3C2-30D5-400A-B980-D44C2183E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AB779-3363-4BFC-889F-3BEF23F4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AE37B-5B33-4337-AA56-AE1F6F5A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5FE71-B268-4D8C-A35D-FC13AB89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8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EC8AD7-2C2F-44F5-AB72-C303D379F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C4F06B-3F6A-4156-B802-EE8D5ABBE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38994-94FD-4258-9152-359E8973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78F7D-5433-425B-AB3A-865F1A6B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9BBA6-B90D-4FF6-9547-CDD84F6B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9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E91646-18C6-4F17-AEA2-52A22C76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C13FD7-019F-45F6-A375-1F008F2B3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207AC-8367-4005-A48B-8E924E7CB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65B60-994D-47A6-ADCB-1185F59C9731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0DF63-0AE4-47CF-9388-BCF5AFEF1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F519D-3711-4A53-B2BB-A210EAFE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45659-CC2D-4819-8C56-A77969DAA2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DFE66-320F-49D3-BE51-CAF523DE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통합플랫폼 개선사항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E92C5-C9FA-483C-8857-B8F2ADF0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1</a:t>
            </a:r>
            <a:r>
              <a:rPr lang="ko-KR" altLang="en-US" sz="1600" dirty="0"/>
              <a:t>차 테스트 </a:t>
            </a:r>
            <a:r>
              <a:rPr lang="en-US" altLang="ko-KR" sz="1600" dirty="0"/>
              <a:t>: 2025-11-27</a:t>
            </a:r>
            <a:r>
              <a:rPr lang="ko-KR" altLang="en-US" sz="1600" dirty="0"/>
              <a:t>일</a:t>
            </a:r>
            <a:r>
              <a:rPr lang="en-US" altLang="ko-KR" sz="1600" dirty="0"/>
              <a:t>~28</a:t>
            </a:r>
            <a:r>
              <a:rPr lang="ko-KR" altLang="en-US" sz="1600" dirty="0"/>
              <a:t>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채유진주임</a:t>
            </a:r>
            <a:endParaRPr lang="en-US" altLang="ko-KR" sz="1600" dirty="0"/>
          </a:p>
          <a:p>
            <a:r>
              <a:rPr lang="ko-KR" altLang="en-US" sz="1600" dirty="0"/>
              <a:t>사용자 화면 테스트</a:t>
            </a:r>
            <a:r>
              <a:rPr lang="en-US" altLang="ko-KR" sz="1600" dirty="0"/>
              <a:t>(</a:t>
            </a:r>
            <a:r>
              <a:rPr lang="ko-KR" altLang="en-US" sz="1600" dirty="0"/>
              <a:t>로그인 전 공통기능 위주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2</a:t>
            </a:r>
            <a:r>
              <a:rPr lang="ko-KR" altLang="en-US" sz="1600" dirty="0"/>
              <a:t>차 테스트 </a:t>
            </a:r>
            <a:r>
              <a:rPr lang="en-US" altLang="ko-KR" sz="1600" dirty="0"/>
              <a:t>: 2025-11-28</a:t>
            </a:r>
            <a:r>
              <a:rPr lang="ko-KR" altLang="en-US" sz="1600" dirty="0"/>
              <a:t>일</a:t>
            </a:r>
            <a:r>
              <a:rPr lang="en-US" altLang="ko-KR" sz="1600" dirty="0"/>
              <a:t>~2025-12-01</a:t>
            </a:r>
            <a:r>
              <a:rPr lang="ko-KR" altLang="en-US" sz="1600" dirty="0"/>
              <a:t>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채유진주임</a:t>
            </a:r>
            <a:endParaRPr lang="en-US" altLang="ko-KR" sz="1600" dirty="0"/>
          </a:p>
          <a:p>
            <a:r>
              <a:rPr lang="ko-KR" altLang="en-US" sz="1600" dirty="0"/>
              <a:t>사용자 화면 테스트</a:t>
            </a:r>
            <a:r>
              <a:rPr lang="en-US" altLang="ko-KR" sz="1600" dirty="0"/>
              <a:t>(</a:t>
            </a:r>
            <a:r>
              <a:rPr lang="ko-KR" altLang="en-US" sz="1600" dirty="0"/>
              <a:t>로그인 전 공통기능 위주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3</a:t>
            </a:r>
            <a:r>
              <a:rPr lang="ko-KR" altLang="en-US" sz="1600" dirty="0"/>
              <a:t>차 테스트 </a:t>
            </a:r>
            <a:r>
              <a:rPr lang="en-US" altLang="ko-KR" sz="1600" dirty="0"/>
              <a:t>: 2025-12-03</a:t>
            </a:r>
            <a:r>
              <a:rPr lang="ko-KR" altLang="en-US" sz="1600" dirty="0"/>
              <a:t>일</a:t>
            </a:r>
            <a:r>
              <a:rPr lang="en-US" altLang="ko-KR" sz="1600" dirty="0"/>
              <a:t>~2025-12-04</a:t>
            </a:r>
            <a:r>
              <a:rPr lang="ko-KR" altLang="en-US" sz="1600" dirty="0"/>
              <a:t>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채유진주임</a:t>
            </a:r>
            <a:endParaRPr lang="en-US" altLang="ko-KR" sz="1600" dirty="0"/>
          </a:p>
          <a:p>
            <a:r>
              <a:rPr lang="ko-KR" altLang="en-US" sz="1600" dirty="0"/>
              <a:t>사용자 화면 테스트</a:t>
            </a:r>
            <a:r>
              <a:rPr lang="en-US" altLang="ko-KR" sz="1600" dirty="0"/>
              <a:t>(</a:t>
            </a:r>
            <a:r>
              <a:rPr lang="ko-KR" altLang="en-US" sz="1600" dirty="0"/>
              <a:t>공통</a:t>
            </a:r>
            <a:r>
              <a:rPr lang="en-US" altLang="ko-KR" sz="1600" dirty="0"/>
              <a:t>+MD</a:t>
            </a:r>
            <a:r>
              <a:rPr lang="ko-KR" altLang="en-US" sz="1600" dirty="0"/>
              <a:t>회원</a:t>
            </a:r>
            <a:r>
              <a:rPr lang="en-US" altLang="ko-KR" sz="1600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4</a:t>
            </a:r>
            <a:r>
              <a:rPr lang="ko-KR" altLang="en-US" sz="1600" b="1" dirty="0"/>
              <a:t>차 테스트 </a:t>
            </a:r>
            <a:r>
              <a:rPr lang="en-US" altLang="ko-KR" sz="1600" b="1" dirty="0"/>
              <a:t>: 2025-12-04, </a:t>
            </a:r>
            <a:r>
              <a:rPr lang="ko-KR" altLang="en-US" sz="1600" b="1" dirty="0" err="1"/>
              <a:t>채유진주임</a:t>
            </a:r>
            <a:endParaRPr lang="en-US" altLang="ko-KR" sz="1600" b="1" dirty="0"/>
          </a:p>
          <a:p>
            <a:r>
              <a:rPr lang="ko-KR" altLang="en-US" sz="1600" b="1" dirty="0"/>
              <a:t>사용자 화면 테스트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통합기업회원</a:t>
            </a:r>
            <a:r>
              <a:rPr lang="en-US" altLang="ko-KR" sz="1600" b="1" dirty="0"/>
              <a:t>)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B62548E-D80E-47E9-A246-4F7915A0927B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31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로그인</a:t>
            </a:r>
            <a:r>
              <a:rPr lang="en-US" altLang="ko-KR" dirty="0"/>
              <a:t> </a:t>
            </a:r>
            <a:r>
              <a:rPr lang="ko-KR" altLang="en-US" dirty="0"/>
              <a:t>이후</a:t>
            </a:r>
            <a:r>
              <a:rPr lang="en-US" altLang="ko-KR" dirty="0"/>
              <a:t>(</a:t>
            </a:r>
            <a:r>
              <a:rPr lang="ko-KR" altLang="en-US" dirty="0"/>
              <a:t>기업회원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지원사업 신청</a:t>
            </a:r>
            <a:r>
              <a:rPr lang="en-US" altLang="ko-KR" dirty="0"/>
              <a:t>, </a:t>
            </a:r>
            <a:r>
              <a:rPr lang="ko-KR" altLang="en-US" dirty="0"/>
              <a:t>선정 등 </a:t>
            </a:r>
            <a:endParaRPr lang="en-US" altLang="ko-KR" dirty="0"/>
          </a:p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385219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58CB-77BC-4F6D-95B7-E1C9B5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마이페이지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C5800D4-7433-43D2-8B41-1417A2B07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089" y="1825625"/>
            <a:ext cx="7715821" cy="435133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6FAA2E4-00BC-463E-9FA3-F2543850F538}"/>
              </a:ext>
            </a:extLst>
          </p:cNvPr>
          <p:cNvSpPr/>
          <p:nvPr/>
        </p:nvSpPr>
        <p:spPr>
          <a:xfrm>
            <a:off x="0" y="6176963"/>
            <a:ext cx="2238089" cy="681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통합기업회원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A7846D-C127-47BD-94E2-842AB8D135E7}"/>
              </a:ext>
            </a:extLst>
          </p:cNvPr>
          <p:cNvSpPr/>
          <p:nvPr/>
        </p:nvSpPr>
        <p:spPr>
          <a:xfrm>
            <a:off x="6849374" y="230188"/>
            <a:ext cx="5210355" cy="713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매뉴얼 다운로드 안됨</a:t>
            </a:r>
          </a:p>
        </p:txBody>
      </p:sp>
    </p:spTree>
    <p:extLst>
      <p:ext uri="{BB962C8B-B14F-4D97-AF65-F5344CB8AC3E}">
        <p14:creationId xmlns:p14="http://schemas.microsoft.com/office/powerpoint/2010/main" val="68739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58CB-77BC-4F6D-95B7-E1C9B5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1-2.</a:t>
            </a:r>
            <a:r>
              <a:rPr lang="ko-KR" altLang="en-US" dirty="0"/>
              <a:t>마이페이지 </a:t>
            </a:r>
            <a:r>
              <a:rPr lang="en-US" altLang="ko-KR" dirty="0"/>
              <a:t>&gt; MRO</a:t>
            </a:r>
            <a:r>
              <a:rPr lang="ko-KR" altLang="en-US" dirty="0"/>
              <a:t>납품기업 정보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946BD47-D6E5-4140-AF77-AE296DF4D17C}"/>
              </a:ext>
            </a:extLst>
          </p:cNvPr>
          <p:cNvSpPr/>
          <p:nvPr/>
        </p:nvSpPr>
        <p:spPr>
          <a:xfrm>
            <a:off x="112143" y="99069"/>
            <a:ext cx="838200" cy="7463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6DD868-7691-4775-9EEA-5BD2B867C665}"/>
              </a:ext>
            </a:extLst>
          </p:cNvPr>
          <p:cNvSpPr/>
          <p:nvPr/>
        </p:nvSpPr>
        <p:spPr>
          <a:xfrm>
            <a:off x="0" y="6176963"/>
            <a:ext cx="2238089" cy="681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통합기업회원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C2566-AE3A-46A9-9D9A-FF79C4A60FD1}"/>
              </a:ext>
            </a:extLst>
          </p:cNvPr>
          <p:cNvSpPr/>
          <p:nvPr/>
        </p:nvSpPr>
        <p:spPr>
          <a:xfrm>
            <a:off x="6909759" y="1843327"/>
            <a:ext cx="5210355" cy="1020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트리 구조로 변경 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/>
              <a:t> 충청권 하위에 충청남도</a:t>
            </a:r>
            <a:r>
              <a:rPr lang="en-US" altLang="ko-KR" dirty="0"/>
              <a:t>.. </a:t>
            </a:r>
            <a:r>
              <a:rPr lang="ko-KR" altLang="en-US" dirty="0"/>
              <a:t>등 </a:t>
            </a:r>
            <a:endParaRPr lang="en-US" altLang="ko-KR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355514A6-D442-4B57-B5CD-B907EA96C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243" y="1690688"/>
            <a:ext cx="6278026" cy="435133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E9361C-B2A5-41F3-9A58-DA514F292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60" y="2957513"/>
            <a:ext cx="1990725" cy="32194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3667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944E9-0829-45E0-944C-D5358B11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1-3. </a:t>
            </a:r>
            <a:r>
              <a:rPr lang="ko-KR" altLang="en-US" dirty="0"/>
              <a:t>마이페이지 </a:t>
            </a:r>
            <a:r>
              <a:rPr lang="en-US" altLang="ko-KR" dirty="0"/>
              <a:t>&gt; </a:t>
            </a:r>
            <a:r>
              <a:rPr lang="ko-KR" altLang="en-US" dirty="0"/>
              <a:t>인증</a:t>
            </a:r>
            <a:r>
              <a:rPr lang="en-US" altLang="ko-KR" dirty="0"/>
              <a:t>/</a:t>
            </a:r>
            <a:r>
              <a:rPr lang="ko-KR" altLang="en-US" dirty="0"/>
              <a:t>수상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8583D85-15B0-4511-854E-A48D50498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732" y="1782492"/>
            <a:ext cx="6611773" cy="43513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ADA666C-B7C9-499C-A803-C21B12C9FE2F}"/>
              </a:ext>
            </a:extLst>
          </p:cNvPr>
          <p:cNvSpPr/>
          <p:nvPr/>
        </p:nvSpPr>
        <p:spPr>
          <a:xfrm>
            <a:off x="6892506" y="2533440"/>
            <a:ext cx="5210355" cy="1020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 인증자료 등록 </a:t>
            </a:r>
            <a:endParaRPr lang="en-US" altLang="ko-KR" dirty="0"/>
          </a:p>
          <a:p>
            <a:pPr algn="ctr"/>
            <a:r>
              <a:rPr lang="ko-KR" altLang="en-US" dirty="0" err="1"/>
              <a:t>반응없음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8880A0-74CC-4999-90CE-850869A651D5}"/>
              </a:ext>
            </a:extLst>
          </p:cNvPr>
          <p:cNvSpPr/>
          <p:nvPr/>
        </p:nvSpPr>
        <p:spPr>
          <a:xfrm>
            <a:off x="0" y="6176963"/>
            <a:ext cx="2238089" cy="681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통합기업회원</a:t>
            </a:r>
          </a:p>
        </p:txBody>
      </p:sp>
    </p:spTree>
    <p:extLst>
      <p:ext uri="{BB962C8B-B14F-4D97-AF65-F5344CB8AC3E}">
        <p14:creationId xmlns:p14="http://schemas.microsoft.com/office/powerpoint/2010/main" val="276910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45AB0-94D0-4E51-8E28-DBE18E81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1-4. </a:t>
            </a:r>
            <a:r>
              <a:rPr lang="ko-KR" altLang="en-US" dirty="0"/>
              <a:t>마이페이지 </a:t>
            </a:r>
            <a:r>
              <a:rPr lang="en-US" altLang="ko-KR" dirty="0"/>
              <a:t>&gt;</a:t>
            </a:r>
            <a:r>
              <a:rPr lang="ko-KR" altLang="en-US" dirty="0"/>
              <a:t>나의 자료실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A862E03-ACD8-4E13-A8D0-A18570426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523" y="1842878"/>
            <a:ext cx="6684937" cy="43513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6717732-4350-44D3-B600-83AB7845E8F5}"/>
              </a:ext>
            </a:extLst>
          </p:cNvPr>
          <p:cNvSpPr/>
          <p:nvPr/>
        </p:nvSpPr>
        <p:spPr>
          <a:xfrm>
            <a:off x="6892506" y="2533441"/>
            <a:ext cx="5210355" cy="675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업로드</a:t>
            </a:r>
            <a:r>
              <a:rPr lang="en-US" altLang="ko-KR" dirty="0"/>
              <a:t>, </a:t>
            </a:r>
            <a:r>
              <a:rPr lang="ko-KR" altLang="en-US" dirty="0"/>
              <a:t>다운로드 안됨</a:t>
            </a:r>
            <a:r>
              <a:rPr lang="en-US" altLang="ko-KR" dirty="0"/>
              <a:t>. </a:t>
            </a:r>
            <a:r>
              <a:rPr lang="ko-KR" altLang="en-US" dirty="0" err="1"/>
              <a:t>반응없음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D628A4-261A-461D-8BF0-EE1C4B3BF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702" y="4895867"/>
            <a:ext cx="4591156" cy="14505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F28F59F-C021-40FC-8E30-E006762E5398}"/>
              </a:ext>
            </a:extLst>
          </p:cNvPr>
          <p:cNvSpPr/>
          <p:nvPr/>
        </p:nvSpPr>
        <p:spPr>
          <a:xfrm>
            <a:off x="7174302" y="5196548"/>
            <a:ext cx="5210355" cy="675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새폴더</a:t>
            </a:r>
            <a:r>
              <a:rPr lang="ko-KR" altLang="en-US" dirty="0"/>
              <a:t> 아이콘 추가 </a:t>
            </a:r>
            <a:endParaRPr lang="en-US" altLang="ko-KR" dirty="0"/>
          </a:p>
        </p:txBody>
      </p:sp>
      <p:pic>
        <p:nvPicPr>
          <p:cNvPr id="1030" name="Picture 6" descr="새 폴더 - 무료 ui개 아이콘">
            <a:extLst>
              <a:ext uri="{FF2B5EF4-FFF2-40B4-BE49-F238E27FC236}">
                <a16:creationId xmlns:a16="http://schemas.microsoft.com/office/drawing/2014/main" id="{D928517C-A73D-4A84-96F3-44F59D556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392" y="5307673"/>
            <a:ext cx="453336" cy="45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1FB1A8-37A0-45FB-9696-2836F06C5921}"/>
              </a:ext>
            </a:extLst>
          </p:cNvPr>
          <p:cNvSpPr/>
          <p:nvPr/>
        </p:nvSpPr>
        <p:spPr>
          <a:xfrm>
            <a:off x="0" y="6176963"/>
            <a:ext cx="2238089" cy="681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통합기업회원</a:t>
            </a:r>
          </a:p>
        </p:txBody>
      </p:sp>
    </p:spTree>
    <p:extLst>
      <p:ext uri="{BB962C8B-B14F-4D97-AF65-F5344CB8AC3E}">
        <p14:creationId xmlns:p14="http://schemas.microsoft.com/office/powerpoint/2010/main" val="391327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  <a:r>
              <a:rPr lang="en-US" altLang="ko-KR" dirty="0"/>
              <a:t>(</a:t>
            </a:r>
            <a:r>
              <a:rPr lang="ko-KR" altLang="en-US" dirty="0"/>
              <a:t>기업회원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E947F70-D836-41C4-82B9-35E15D56B6CA}"/>
              </a:ext>
            </a:extLst>
          </p:cNvPr>
          <p:cNvSpPr/>
          <p:nvPr/>
        </p:nvSpPr>
        <p:spPr>
          <a:xfrm>
            <a:off x="10617945" y="5405399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245066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지원사업 안내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01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58CB-77BC-4F6D-95B7-E1C9B5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지원사업 안내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8A3F3FB-D066-4C60-814E-2540EA0D6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383" y="1758156"/>
            <a:ext cx="6582555" cy="43513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30879A-8B2E-4F3C-A8CE-50BB2AE4D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77" y="2465018"/>
            <a:ext cx="5929223" cy="371194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4139700-A719-4B75-8D11-82335F955DCD}"/>
              </a:ext>
            </a:extLst>
          </p:cNvPr>
          <p:cNvSpPr/>
          <p:nvPr/>
        </p:nvSpPr>
        <p:spPr>
          <a:xfrm>
            <a:off x="6556076" y="1180365"/>
            <a:ext cx="5210355" cy="1020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지원사업 </a:t>
            </a:r>
            <a:r>
              <a:rPr lang="ko-KR" altLang="en-US" dirty="0" err="1"/>
              <a:t>신청시</a:t>
            </a:r>
            <a:r>
              <a:rPr lang="ko-KR" altLang="en-US" dirty="0"/>
              <a:t> 구 사업화면으로 이동됨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7337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58CB-77BC-4F6D-95B7-E1C9B5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지원사업 공고 </a:t>
            </a:r>
            <a:r>
              <a:rPr lang="en-US" altLang="ko-KR" dirty="0"/>
              <a:t>&gt; </a:t>
            </a:r>
            <a:r>
              <a:rPr lang="ko-KR" altLang="en-US" dirty="0"/>
              <a:t>사업신청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AF1B3D6-0517-4611-BA4F-4A6F1C8B0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271" y="2265572"/>
            <a:ext cx="4548057" cy="28585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31161B-5D54-40D8-BD26-E3F3C86E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761" y="1690688"/>
            <a:ext cx="7884968" cy="448627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30615C8-C48E-49A4-9307-315BC3B2C524}"/>
              </a:ext>
            </a:extLst>
          </p:cNvPr>
          <p:cNvCxnSpPr/>
          <p:nvPr/>
        </p:nvCxnSpPr>
        <p:spPr>
          <a:xfrm flipV="1">
            <a:off x="1871932" y="3588589"/>
            <a:ext cx="2027208" cy="2846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2B9932-098B-43CC-BE2D-9F3C28716439}"/>
              </a:ext>
            </a:extLst>
          </p:cNvPr>
          <p:cNvSpPr/>
          <p:nvPr/>
        </p:nvSpPr>
        <p:spPr>
          <a:xfrm>
            <a:off x="6607374" y="1995608"/>
            <a:ext cx="5210355" cy="1198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동의 체크박스만 있고</a:t>
            </a:r>
            <a:r>
              <a:rPr lang="en-US" altLang="ko-KR" dirty="0"/>
              <a:t>, </a:t>
            </a:r>
          </a:p>
          <a:p>
            <a:pPr algn="ctr"/>
            <a:r>
              <a:rPr lang="ko-KR" altLang="en-US" dirty="0"/>
              <a:t>다음으로 넘어가는 버튼 없음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 err="1"/>
              <a:t>어떤건</a:t>
            </a:r>
            <a:r>
              <a:rPr lang="ko-KR" altLang="en-US" dirty="0"/>
              <a:t> 있고</a:t>
            </a:r>
            <a:r>
              <a:rPr lang="en-US" altLang="ko-KR" dirty="0"/>
              <a:t>, </a:t>
            </a:r>
            <a:r>
              <a:rPr lang="ko-KR" altLang="en-US" dirty="0" err="1"/>
              <a:t>어떤건</a:t>
            </a:r>
            <a:r>
              <a:rPr lang="ko-KR" altLang="en-US" dirty="0"/>
              <a:t> 없음</a:t>
            </a:r>
            <a:r>
              <a:rPr lang="en-US" altLang="ko-KR" dirty="0"/>
              <a:t>)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5EB15F1-61BF-4955-9065-D3B4922B99CC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191981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57F8F-7E78-4BD5-8585-3099375C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지원사업 공고 </a:t>
            </a:r>
            <a:r>
              <a:rPr lang="en-US" altLang="ko-KR" dirty="0"/>
              <a:t>&gt; </a:t>
            </a:r>
            <a:r>
              <a:rPr lang="ko-KR" altLang="en-US" dirty="0"/>
              <a:t>자세히 보기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9D561F9-1BA1-4141-9EBA-CA1651485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311" y="2242779"/>
            <a:ext cx="4225506" cy="26557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B7A560-A98D-4443-A569-198A1FF2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36" y="1723178"/>
            <a:ext cx="6151416" cy="3694992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711ADEC-0390-4EEF-A2C1-A4BCA8B9CCD4}"/>
              </a:ext>
            </a:extLst>
          </p:cNvPr>
          <p:cNvCxnSpPr/>
          <p:nvPr/>
        </p:nvCxnSpPr>
        <p:spPr>
          <a:xfrm>
            <a:off x="2570672" y="3743864"/>
            <a:ext cx="7453222" cy="1035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08ED14-F697-4687-9AB5-F5E9F8CACB48}"/>
              </a:ext>
            </a:extLst>
          </p:cNvPr>
          <p:cNvSpPr/>
          <p:nvPr/>
        </p:nvSpPr>
        <p:spPr>
          <a:xfrm>
            <a:off x="6607374" y="1995608"/>
            <a:ext cx="5210355" cy="1020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사업신청 버튼 </a:t>
            </a:r>
            <a:r>
              <a:rPr lang="ko-KR" altLang="en-US" dirty="0" err="1"/>
              <a:t>반응없음</a:t>
            </a:r>
            <a:endParaRPr lang="en-US" altLang="ko-KR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17FF9E6-96A3-45A8-B347-DC531C1EA450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1172747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235E7-31AC-4175-8058-2876C7F7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2-4. </a:t>
            </a:r>
            <a:r>
              <a:rPr lang="ko-KR" altLang="en-US" dirty="0"/>
              <a:t>지원사업 공고 </a:t>
            </a:r>
            <a:r>
              <a:rPr lang="en-US" altLang="ko-KR" dirty="0"/>
              <a:t>&gt; </a:t>
            </a:r>
            <a:r>
              <a:rPr lang="ko-KR" altLang="en-US" dirty="0"/>
              <a:t>신청서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7F1678A-2BC1-4DA1-9341-7AC67B428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430" y="1791119"/>
            <a:ext cx="7054113" cy="435133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75FB5A2-5AE7-4C22-B1F5-708515644604}"/>
              </a:ext>
            </a:extLst>
          </p:cNvPr>
          <p:cNvSpPr/>
          <p:nvPr/>
        </p:nvSpPr>
        <p:spPr>
          <a:xfrm>
            <a:off x="7625751" y="2103437"/>
            <a:ext cx="4406951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기업소개서 없이 신청서 등록하는 경우</a:t>
            </a:r>
            <a:endParaRPr lang="en-US" altLang="ko-KR" dirty="0"/>
          </a:p>
          <a:p>
            <a:pPr algn="ctr"/>
            <a:r>
              <a:rPr lang="ko-KR" altLang="en-US" dirty="0"/>
              <a:t>화면 깨짐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617E39-C958-4727-8741-BAFB26584657}"/>
              </a:ext>
            </a:extLst>
          </p:cNvPr>
          <p:cNvSpPr/>
          <p:nvPr/>
        </p:nvSpPr>
        <p:spPr>
          <a:xfrm>
            <a:off x="7700513" y="3741318"/>
            <a:ext cx="4406951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기업소개서 첨부한다음 </a:t>
            </a:r>
            <a:endParaRPr lang="en-US" altLang="ko-KR" dirty="0"/>
          </a:p>
          <a:p>
            <a:pPr algn="ctr"/>
            <a:r>
              <a:rPr lang="ko-KR" altLang="en-US" dirty="0"/>
              <a:t>신청서 등록해도 반응 없음</a:t>
            </a:r>
            <a:endParaRPr lang="en-US" altLang="ko-KR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3BAEF59-C938-4976-9F4A-642326378910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1034715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수행기관 공모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867230B-139D-4788-8E77-D6A9AC602044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2085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58DF9-E9E6-411F-BB32-CDE14DD3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수행기관 공모 </a:t>
            </a:r>
            <a:r>
              <a:rPr lang="en-US" altLang="ko-KR" dirty="0"/>
              <a:t>&gt; </a:t>
            </a:r>
            <a:r>
              <a:rPr lang="ko-KR" altLang="en-US" dirty="0"/>
              <a:t>공모신청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6B46114-D2ED-4FD6-BA8F-F887B6E82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441" y="1877384"/>
            <a:ext cx="7650649" cy="43513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4248C61-EA85-4861-A8D9-B7B44207D9CA}"/>
              </a:ext>
            </a:extLst>
          </p:cNvPr>
          <p:cNvSpPr/>
          <p:nvPr/>
        </p:nvSpPr>
        <p:spPr>
          <a:xfrm>
            <a:off x="8971472" y="4339087"/>
            <a:ext cx="2972090" cy="624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공모신청 </a:t>
            </a:r>
            <a:endParaRPr lang="en-US" altLang="ko-KR" dirty="0"/>
          </a:p>
          <a:p>
            <a:pPr algn="ctr"/>
            <a:r>
              <a:rPr lang="ko-KR" altLang="en-US" dirty="0"/>
              <a:t>페이지 없음</a:t>
            </a:r>
            <a:endParaRPr lang="en-US" altLang="ko-KR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5EBDBC5-8E17-4ABF-84BB-D5EF1DE56E29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83BC4D-17FC-4175-BEA2-6524EF66C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138" y="2217598"/>
            <a:ext cx="4497417" cy="2232374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1ED2373-7F0F-4F31-B463-D96ACA15AE13}"/>
              </a:ext>
            </a:extLst>
          </p:cNvPr>
          <p:cNvCxnSpPr>
            <a:endCxn id="7" idx="2"/>
          </p:cNvCxnSpPr>
          <p:nvPr/>
        </p:nvCxnSpPr>
        <p:spPr>
          <a:xfrm flipV="1">
            <a:off x="3709358" y="4449972"/>
            <a:ext cx="1995489" cy="5133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944AC85-90E5-478B-8DFE-B1ECD38A8734}"/>
              </a:ext>
            </a:extLst>
          </p:cNvPr>
          <p:cNvCxnSpPr>
            <a:cxnSpLocks/>
          </p:cNvCxnSpPr>
          <p:nvPr/>
        </p:nvCxnSpPr>
        <p:spPr>
          <a:xfrm flipV="1">
            <a:off x="5704847" y="4449972"/>
            <a:ext cx="0" cy="624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1C4039F-D4C2-41F5-8B24-0C452B836500}"/>
              </a:ext>
            </a:extLst>
          </p:cNvPr>
          <p:cNvCxnSpPr>
            <a:cxnSpLocks/>
          </p:cNvCxnSpPr>
          <p:nvPr/>
        </p:nvCxnSpPr>
        <p:spPr>
          <a:xfrm flipH="1" flipV="1">
            <a:off x="5704847" y="4449972"/>
            <a:ext cx="1995489" cy="6242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093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58CB-77BC-4F6D-95B7-E1C9B56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3-2. </a:t>
            </a:r>
            <a:r>
              <a:rPr lang="ko-KR" altLang="en-US" dirty="0"/>
              <a:t>수행기관 공모 </a:t>
            </a:r>
            <a:r>
              <a:rPr lang="en-US" altLang="ko-KR" dirty="0"/>
              <a:t>&gt; </a:t>
            </a:r>
            <a:r>
              <a:rPr lang="ko-KR" altLang="en-US" dirty="0"/>
              <a:t>사업안내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0B6ABE4-B909-41CE-A0D3-9183198B2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243" y="2303007"/>
            <a:ext cx="5184404" cy="3037194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B946BD47-D6E5-4140-AF77-AE296DF4D17C}"/>
              </a:ext>
            </a:extLst>
          </p:cNvPr>
          <p:cNvSpPr/>
          <p:nvPr/>
        </p:nvSpPr>
        <p:spPr>
          <a:xfrm>
            <a:off x="112143" y="99069"/>
            <a:ext cx="838200" cy="74632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87C8C1-5AC2-458A-81B4-F0F437F5A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509" y="2270746"/>
            <a:ext cx="7067861" cy="384645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50DCF7-B47C-4CC9-BE46-E8786E134B55}"/>
              </a:ext>
            </a:extLst>
          </p:cNvPr>
          <p:cNvCxnSpPr>
            <a:endCxn id="8" idx="1"/>
          </p:cNvCxnSpPr>
          <p:nvPr/>
        </p:nvCxnSpPr>
        <p:spPr>
          <a:xfrm>
            <a:off x="1871932" y="3789343"/>
            <a:ext cx="2077577" cy="404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4A271A-34F8-4780-8B73-6EFE395AF428}"/>
              </a:ext>
            </a:extLst>
          </p:cNvPr>
          <p:cNvSpPr/>
          <p:nvPr/>
        </p:nvSpPr>
        <p:spPr>
          <a:xfrm>
            <a:off x="8971472" y="4339087"/>
            <a:ext cx="2972090" cy="624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버튼 반응 없음</a:t>
            </a:r>
            <a:endParaRPr lang="en-US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119951-D779-437E-B17C-EDCCE267CF2F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2125141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9D005-21BD-4C7A-9478-43579DD2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수행기관 공모 신청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57BE0-9697-4532-9DAF-5E7226E5F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867230B-139D-4788-8E77-D6A9AC602044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</p:spTree>
    <p:extLst>
      <p:ext uri="{BB962C8B-B14F-4D97-AF65-F5344CB8AC3E}">
        <p14:creationId xmlns:p14="http://schemas.microsoft.com/office/powerpoint/2010/main" val="3640744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2FF62-EA1B-479B-9645-756787D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수행기관 공모신청 확인불가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30826F5-1FBA-4C2D-A5B9-3000B12D4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987" y="1825625"/>
            <a:ext cx="8100025" cy="4351338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1D779EF-FD66-42D7-9E28-0274F1095C4E}"/>
              </a:ext>
            </a:extLst>
          </p:cNvPr>
          <p:cNvSpPr/>
          <p:nvPr/>
        </p:nvSpPr>
        <p:spPr>
          <a:xfrm>
            <a:off x="10609635" y="5543422"/>
            <a:ext cx="1459010" cy="11980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테스트 불가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D3BBEC-9424-47AA-B9CD-03190890B37A}"/>
              </a:ext>
            </a:extLst>
          </p:cNvPr>
          <p:cNvSpPr/>
          <p:nvPr/>
        </p:nvSpPr>
        <p:spPr>
          <a:xfrm>
            <a:off x="9219910" y="4851676"/>
            <a:ext cx="2972090" cy="624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신청이 </a:t>
            </a:r>
            <a:r>
              <a:rPr lang="ko-KR" altLang="en-US"/>
              <a:t>불가하니 조회 못함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9967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6392</TotalTime>
  <Words>256</Words>
  <Application>Microsoft Office PowerPoint</Application>
  <PresentationFormat>와이드스크린</PresentationFormat>
  <Paragraphs>66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통합플랫폼 개선사항 </vt:lpstr>
      <vt:lpstr>로그인 이후(기업회원)</vt:lpstr>
      <vt:lpstr>1. 마이페이지</vt:lpstr>
      <vt:lpstr>1-2.마이페이지 &gt; MRO납품기업 정보</vt:lpstr>
      <vt:lpstr>1-3. 마이페이지 &gt; 인증/수상</vt:lpstr>
      <vt:lpstr>1-4. 마이페이지 &gt;나의 자료실</vt:lpstr>
      <vt:lpstr>회원가입(기업회원)</vt:lpstr>
      <vt:lpstr>지원사업 안내</vt:lpstr>
      <vt:lpstr>2. 지원사업 안내</vt:lpstr>
      <vt:lpstr>2-2. 지원사업 공고 &gt; 사업신청</vt:lpstr>
      <vt:lpstr>2-3. 지원사업 공고 &gt; 자세히 보기</vt:lpstr>
      <vt:lpstr>2-4. 지원사업 공고 &gt; 신청서</vt:lpstr>
      <vt:lpstr>수행기관 공모</vt:lpstr>
      <vt:lpstr>3. 수행기관 공모 &gt; 공모신청</vt:lpstr>
      <vt:lpstr>3-2. 수행기관 공모 &gt; 사업안내 </vt:lpstr>
      <vt:lpstr>수행기관 공모 신청</vt:lpstr>
      <vt:lpstr>4. 수행기관 공모신청 확인불가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sbdc</dc:creator>
  <cp:lastModifiedBy>sbdc</cp:lastModifiedBy>
  <cp:revision>274</cp:revision>
  <dcterms:created xsi:type="dcterms:W3CDTF">2025-11-21T02:32:45Z</dcterms:created>
  <dcterms:modified xsi:type="dcterms:W3CDTF">2025-12-04T06:06:34Z</dcterms:modified>
</cp:coreProperties>
</file>