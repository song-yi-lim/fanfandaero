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0" r:id="rId3"/>
    <p:sldId id="262" r:id="rId4"/>
    <p:sldId id="266" r:id="rId5"/>
    <p:sldId id="263" r:id="rId6"/>
    <p:sldId id="264" r:id="rId7"/>
    <p:sldId id="265" r:id="rId8"/>
    <p:sldId id="267" r:id="rId9"/>
    <p:sldId id="268" r:id="rId10"/>
    <p:sldId id="276" r:id="rId11"/>
    <p:sldId id="269" r:id="rId12"/>
    <p:sldId id="270" r:id="rId13"/>
    <p:sldId id="271" r:id="rId14"/>
    <p:sldId id="272" r:id="rId15"/>
    <p:sldId id="277" r:id="rId16"/>
    <p:sldId id="287" r:id="rId17"/>
    <p:sldId id="282" r:id="rId18"/>
    <p:sldId id="283" r:id="rId19"/>
    <p:sldId id="273" r:id="rId20"/>
    <p:sldId id="275" r:id="rId21"/>
    <p:sldId id="281" r:id="rId22"/>
    <p:sldId id="292" r:id="rId23"/>
    <p:sldId id="289" r:id="rId24"/>
    <p:sldId id="290" r:id="rId25"/>
    <p:sldId id="291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ED27B-7992-4F33-86D9-D6001C27B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5DA460-AD15-446A-B302-52A3BC5C5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70777-C646-4EEF-B0C2-2B24D3A6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81EE5C-94B4-4AB3-A38C-1D307D76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C5219B-E318-49EC-85D8-EB27C4D8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11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F07B3-913F-4E2C-88E1-60166CC9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D4673-7062-4F24-869D-B7CEFECA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16011-CE2F-4339-9F70-9686CF5D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63C8B-138E-4722-A536-0E3C4F34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D97F37-1BA6-48B6-8B3C-10AD527B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32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1F603-0547-45AD-9347-59C5E31B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475D2-8509-4EC6-966B-EF1EED8CF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7F391-75C5-42C8-A81E-3280E9F9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2421D-5BC7-4ABF-8C93-16D83EE3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D51359-4F37-4C89-98A1-D29ECDF9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690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8892F-0F3E-4CE0-B778-EFE7E0B4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140E8-350E-415B-A4A7-0927AA005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FBD9AF-34DB-4389-9FFE-E3F8AA24F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DC2F09-65C7-4F45-AF76-B6DAA125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42C75A-F778-4213-A44E-B8AD440E3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757072-6FF7-483A-9635-0BD6C4C6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96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D35C5-800E-4160-9302-9756D893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9AD29-D232-4650-BF35-F22B2DBE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2BB0FD-8E73-4DCB-A42A-D377760CC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E03212-9627-4502-B94B-D4F6ABD9E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83417E-3122-46FF-95E3-CFFEBB8A0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AB8A0C-25E8-42BA-B464-AB6ABFD9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7FB4CF-2ABF-4A62-857C-5314C2E3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62D04D-BB0C-4646-9FE5-C7A061CC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499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E60A0-848C-4E90-8AA3-7241B3B2B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D2999A-4FAB-4F21-87BD-803320EB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5E6E6A-FFDE-4DA6-BD33-033F549E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15CB8D-102E-4FA7-B785-BC7132A6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9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CAE2D8-5140-4B77-B9CD-E6892679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E62C50-F6C0-4579-85F9-D3C9E3C4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C63BB-82D9-4F87-B25C-C56D6873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8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5B686-7A04-4FBF-83E9-2D1D2F66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80F4D-3DCD-46BE-AEC3-3A5E9B045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94D041-641C-4EC7-854D-01274DFF8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A52ED3-BEDD-4095-A446-DB34758A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34CBDA-F829-4B90-A80B-050CC9D5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8ABBBD-39D5-489A-BDF9-80F63CD6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4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2C754-D90D-4A1A-80D1-0E6D50A9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B129DE-56D5-457B-8254-B5AB01AEC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908304-414E-4E5F-BCC8-5D0C0E392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AB7A00-B2D7-4527-8DFE-DEA1602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95D25-3181-47FD-BD15-65E74D64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197F2C-E9FE-4B4C-AF18-91A2DC06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62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7753F-E1EB-4665-8C12-8C4F01415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3EC3C2-30D5-400A-B980-D44C2183E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AB779-3363-4BFC-889F-3BEF23F4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AE37B-5B33-4337-AA56-AE1F6F5A0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25FE71-B268-4D8C-A35D-FC13AB89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89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EC8AD7-2C2F-44F5-AB72-C303D379F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C4F06B-3F6A-4156-B802-EE8D5ABBE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438994-94FD-4258-9152-359E8973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F78F7D-5433-425B-AB3A-865F1A6B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79BBA6-B90D-4FF6-9547-CDD84F6B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95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E91646-18C6-4F17-AEA2-52A22C76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C13FD7-019F-45F6-A375-1F008F2B3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4207AC-8367-4005-A48B-8E924E7CB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65B60-994D-47A6-ADCB-1185F59C9731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E0DF63-0AE4-47CF-9388-BCF5AFEF1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1F519D-3711-4A53-B2BB-A210EAFE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31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DFE66-320F-49D3-BE51-CAF523DE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통합플랫폼 개선사항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3E92C5-C9FA-483C-8857-B8F2ADF0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테스트 </a:t>
            </a:r>
            <a:r>
              <a:rPr lang="en-US" altLang="ko-KR" dirty="0"/>
              <a:t>: 2025-11-27</a:t>
            </a:r>
            <a:r>
              <a:rPr lang="ko-KR" altLang="en-US" dirty="0"/>
              <a:t>일</a:t>
            </a:r>
            <a:r>
              <a:rPr lang="en-US" altLang="ko-KR" dirty="0"/>
              <a:t>~28</a:t>
            </a:r>
            <a:r>
              <a:rPr lang="ko-KR" altLang="en-US" dirty="0"/>
              <a:t>일</a:t>
            </a:r>
            <a:r>
              <a:rPr lang="en-US" altLang="ko-KR" dirty="0"/>
              <a:t>, </a:t>
            </a:r>
            <a:r>
              <a:rPr lang="ko-KR" altLang="en-US" dirty="0" err="1"/>
              <a:t>채유진주임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사용자 화면 테스트</a:t>
            </a:r>
            <a:r>
              <a:rPr lang="en-US" altLang="ko-KR" dirty="0"/>
              <a:t>(</a:t>
            </a:r>
            <a:r>
              <a:rPr lang="ko-KR" altLang="en-US" dirty="0"/>
              <a:t>로그인 전 공통기능 위주</a:t>
            </a:r>
            <a:r>
              <a:rPr lang="en-US" altLang="ko-KR" dirty="0"/>
              <a:t>)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B62548E-D80E-47E9-A246-4F7915A0927B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5312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공통</a:t>
            </a:r>
            <a:r>
              <a:rPr lang="en-US" altLang="ko-KR" dirty="0"/>
              <a:t>(</a:t>
            </a:r>
            <a:r>
              <a:rPr lang="ko-KR" altLang="en-US" dirty="0"/>
              <a:t>로그인 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62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01A0C-61A1-49AF-AE21-6E410A44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인트로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DEF58C-BB2B-4CDC-9F29-185AF7D07051}"/>
              </a:ext>
            </a:extLst>
          </p:cNvPr>
          <p:cNvSpPr/>
          <p:nvPr/>
        </p:nvSpPr>
        <p:spPr>
          <a:xfrm>
            <a:off x="5572664" y="172528"/>
            <a:ext cx="6530196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우측 상단에 로그인 버튼만이라도 있어야 할 것 같음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D55F651-48C9-4809-8448-A8A725F9D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866" y="1825625"/>
            <a:ext cx="88222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7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A7F41-8B5E-4386-8E5F-C4BCDBCE9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통합검색 </a:t>
            </a:r>
            <a:r>
              <a:rPr lang="ko-KR" altLang="en-US" dirty="0" err="1"/>
              <a:t>인트로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DABED63-283A-411B-AAED-93B494A20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7639" y="1825625"/>
            <a:ext cx="7296722" cy="435133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29E00FE-83D3-4DFB-A758-8A1C4034A68B}"/>
              </a:ext>
            </a:extLst>
          </p:cNvPr>
          <p:cNvSpPr/>
          <p:nvPr/>
        </p:nvSpPr>
        <p:spPr>
          <a:xfrm>
            <a:off x="5620110" y="1249647"/>
            <a:ext cx="6530196" cy="508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돋보기 아이콘 클릭 안됨 </a:t>
            </a:r>
            <a:r>
              <a:rPr lang="en-US" altLang="ko-KR" dirty="0"/>
              <a:t>(</a:t>
            </a:r>
            <a:r>
              <a:rPr lang="ko-KR" altLang="en-US" dirty="0"/>
              <a:t>엔터로만 이동됨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697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F5B15-E24C-44DC-B7A0-2F35F2F9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통합검색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B8476A-C3F2-4927-B0EA-895004F80D47}"/>
              </a:ext>
            </a:extLst>
          </p:cNvPr>
          <p:cNvSpPr/>
          <p:nvPr/>
        </p:nvSpPr>
        <p:spPr>
          <a:xfrm>
            <a:off x="5572664" y="172528"/>
            <a:ext cx="6530196" cy="508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</a:t>
            </a:r>
            <a:r>
              <a:rPr lang="ko-KR" altLang="en-US" dirty="0"/>
              <a:t>해시태그 </a:t>
            </a:r>
            <a:r>
              <a:rPr lang="en-US" altLang="ko-KR" dirty="0"/>
              <a:t>: </a:t>
            </a:r>
            <a:r>
              <a:rPr lang="ko-KR" altLang="en-US" dirty="0"/>
              <a:t>누를 수 있게 되어있는데</a:t>
            </a:r>
            <a:r>
              <a:rPr lang="en-US" altLang="ko-KR" dirty="0"/>
              <a:t>, </a:t>
            </a:r>
            <a:r>
              <a:rPr lang="ko-KR" altLang="en-US" dirty="0"/>
              <a:t>누르면 반응이 없음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379148-2AAD-49E8-8CE9-9EE196B475A8}"/>
              </a:ext>
            </a:extLst>
          </p:cNvPr>
          <p:cNvSpPr/>
          <p:nvPr/>
        </p:nvSpPr>
        <p:spPr>
          <a:xfrm>
            <a:off x="5572664" y="773651"/>
            <a:ext cx="6530196" cy="508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돋보기 아이콘 클릭 안됨 </a:t>
            </a:r>
            <a:r>
              <a:rPr lang="en-US" altLang="ko-KR" dirty="0"/>
              <a:t>(</a:t>
            </a:r>
            <a:r>
              <a:rPr lang="ko-KR" altLang="en-US" dirty="0"/>
              <a:t>엔터로만 이동됨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1734A5ED-8E48-4EC6-A130-14A328007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090" y="1825625"/>
            <a:ext cx="71278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5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5E496-73D8-4880-9C1C-20D1F993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통합검색 결과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9AF2DE9-11D0-42DA-BCCB-B40256AA0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7104" y="1690688"/>
            <a:ext cx="7155251" cy="468582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97B850C-C39E-4A1D-AC67-119DC7390374}"/>
              </a:ext>
            </a:extLst>
          </p:cNvPr>
          <p:cNvSpPr/>
          <p:nvPr/>
        </p:nvSpPr>
        <p:spPr>
          <a:xfrm>
            <a:off x="6692298" y="51669"/>
            <a:ext cx="5451896" cy="1053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직전 페이지에서 돋보기 대신</a:t>
            </a:r>
            <a:r>
              <a:rPr lang="en-US" altLang="ko-KR" dirty="0"/>
              <a:t>, </a:t>
            </a:r>
            <a:r>
              <a:rPr lang="ko-KR" altLang="en-US" dirty="0" err="1"/>
              <a:t>엔터로</a:t>
            </a:r>
            <a:r>
              <a:rPr lang="ko-KR" altLang="en-US" dirty="0"/>
              <a:t> 검색한 결과</a:t>
            </a:r>
            <a:endParaRPr lang="en-US" altLang="ko-KR" dirty="0"/>
          </a:p>
          <a:p>
            <a:pPr algn="ctr"/>
            <a:r>
              <a:rPr lang="ko-KR" altLang="en-US" dirty="0"/>
              <a:t>구 </a:t>
            </a:r>
            <a:r>
              <a:rPr lang="ko-KR" altLang="en-US" dirty="0" err="1"/>
              <a:t>판판대로로</a:t>
            </a:r>
            <a:r>
              <a:rPr lang="ko-KR" altLang="en-US" dirty="0"/>
              <a:t> 이동됨</a:t>
            </a:r>
          </a:p>
        </p:txBody>
      </p:sp>
    </p:spTree>
    <p:extLst>
      <p:ext uri="{BB962C8B-B14F-4D97-AF65-F5344CB8AC3E}">
        <p14:creationId xmlns:p14="http://schemas.microsoft.com/office/powerpoint/2010/main" val="682126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3C387-849E-4BF9-A5B4-25821E11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공지사항 메인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3331700-6BA0-4DA1-8ED1-6FFA4E1DF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799745"/>
            <a:ext cx="8650857" cy="483430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21382B1-18B9-481F-B411-CA68026D12B4}"/>
              </a:ext>
            </a:extLst>
          </p:cNvPr>
          <p:cNvSpPr/>
          <p:nvPr/>
        </p:nvSpPr>
        <p:spPr>
          <a:xfrm>
            <a:off x="7125418" y="172529"/>
            <a:ext cx="4977441" cy="8195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글머리 ＂기타“</a:t>
            </a:r>
            <a:r>
              <a:rPr lang="en-US" altLang="ko-KR" dirty="0"/>
              <a:t>, ”</a:t>
            </a:r>
            <a:r>
              <a:rPr lang="ko-KR" altLang="en-US" dirty="0"/>
              <a:t>모집＂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적용 필요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아래 예시는 감리에 제출한 </a:t>
            </a:r>
            <a:r>
              <a:rPr lang="en-US" altLang="ko-KR" dirty="0"/>
              <a:t>html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7179612-5D05-4602-89DB-918712D7F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138" y="1027906"/>
            <a:ext cx="3056267" cy="297653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C195E66-4635-4A99-AEA3-5C3F0AB85604}"/>
              </a:ext>
            </a:extLst>
          </p:cNvPr>
          <p:cNvCxnSpPr/>
          <p:nvPr/>
        </p:nvCxnSpPr>
        <p:spPr>
          <a:xfrm flipH="1">
            <a:off x="6814868" y="3429000"/>
            <a:ext cx="3493698" cy="2135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93E82EC1-0327-446A-B837-844E5196D4EE}"/>
              </a:ext>
            </a:extLst>
          </p:cNvPr>
          <p:cNvSpPr/>
          <p:nvPr/>
        </p:nvSpPr>
        <p:spPr>
          <a:xfrm>
            <a:off x="10308566" y="1610280"/>
            <a:ext cx="632604" cy="5754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예시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9E71D43-7B33-464D-B789-02B028BD7DBC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183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704C5-AB18-4D91-9B78-F2BED6ED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3-2. </a:t>
            </a:r>
            <a:r>
              <a:rPr lang="ko-KR" altLang="en-US" dirty="0"/>
              <a:t>공지사항 목록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8E75DDD-417C-4525-A38A-46AF5F042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841" y="1825625"/>
            <a:ext cx="7408318" cy="43513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89020E8-38E8-4D22-8B2E-68D5563AC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138" y="1027906"/>
            <a:ext cx="3056267" cy="2976538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8F1C563-C63C-4554-8A1C-890C3DDFC78B}"/>
              </a:ext>
            </a:extLst>
          </p:cNvPr>
          <p:cNvSpPr/>
          <p:nvPr/>
        </p:nvSpPr>
        <p:spPr>
          <a:xfrm>
            <a:off x="10308566" y="1610280"/>
            <a:ext cx="632604" cy="5754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9DD3B8-E2D2-4E42-90EC-6085536F71D0}"/>
              </a:ext>
            </a:extLst>
          </p:cNvPr>
          <p:cNvSpPr/>
          <p:nvPr/>
        </p:nvSpPr>
        <p:spPr>
          <a:xfrm>
            <a:off x="7125418" y="172529"/>
            <a:ext cx="4977441" cy="8195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글머리 ＂기타“</a:t>
            </a:r>
            <a:r>
              <a:rPr lang="en-US" altLang="ko-KR" dirty="0"/>
              <a:t>, ”</a:t>
            </a:r>
            <a:r>
              <a:rPr lang="ko-KR" altLang="en-US" dirty="0"/>
              <a:t>모집＂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적용 필요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아래 예시는 감리에 제출한 </a:t>
            </a:r>
            <a:r>
              <a:rPr lang="en-US" altLang="ko-KR" dirty="0"/>
              <a:t>html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371ED0D-B683-43D5-BA8B-150A42515A7A}"/>
              </a:ext>
            </a:extLst>
          </p:cNvPr>
          <p:cNvCxnSpPr>
            <a:cxnSpLocks/>
          </p:cNvCxnSpPr>
          <p:nvPr/>
        </p:nvCxnSpPr>
        <p:spPr>
          <a:xfrm flipH="1">
            <a:off x="4494362" y="3429000"/>
            <a:ext cx="5814204" cy="10308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F57CEF29-C580-4043-A84E-2BBA6EF063F0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27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DE870589-2D24-4175-9FA8-6BEB90DC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231" y="4166916"/>
            <a:ext cx="3562709" cy="18751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2EE05A-1F01-4F1B-B5C9-40342F9A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3-3. </a:t>
            </a:r>
            <a:r>
              <a:rPr lang="ko-KR" altLang="en-US" dirty="0"/>
              <a:t>공지사항 목록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C89FEF15-44AB-44EC-BA75-FD9D39D4E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37414" y="1690688"/>
            <a:ext cx="6904962" cy="435133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6A6C3DD-4D10-4841-B258-62D4F19059A0}"/>
              </a:ext>
            </a:extLst>
          </p:cNvPr>
          <p:cNvSpPr/>
          <p:nvPr/>
        </p:nvSpPr>
        <p:spPr>
          <a:xfrm>
            <a:off x="6052869" y="365126"/>
            <a:ext cx="4977441" cy="2999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공지사항 좌우 버튼이랑 상세로 이동되는 </a:t>
            </a:r>
            <a:endParaRPr lang="en-US" altLang="ko-KR" dirty="0"/>
          </a:p>
          <a:p>
            <a:pPr algn="ctr"/>
            <a:r>
              <a:rPr lang="ko-KR" altLang="en-US" dirty="0"/>
              <a:t>버튼만 있는데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“</a:t>
            </a:r>
            <a:r>
              <a:rPr lang="ko-KR" altLang="en-US" dirty="0" err="1"/>
              <a:t>자세히보기</a:t>
            </a:r>
            <a:r>
              <a:rPr lang="ko-KR" altLang="en-US" dirty="0"/>
              <a:t>＂ 만들어서 공지사항 링크 연결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주의</a:t>
            </a:r>
            <a:r>
              <a:rPr lang="en-US" altLang="ko-KR" dirty="0"/>
              <a:t>) </a:t>
            </a:r>
            <a:r>
              <a:rPr lang="en-US" altLang="ko-KR" dirty="0" err="1"/>
              <a:t>noticebox</a:t>
            </a:r>
            <a:r>
              <a:rPr lang="en-US" altLang="ko-KR" dirty="0"/>
              <a:t> </a:t>
            </a:r>
            <a:r>
              <a:rPr lang="ko-KR" altLang="en-US" dirty="0"/>
              <a:t>어디를 눌러도 이동되도록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공지사항목록으로 이동</a:t>
            </a:r>
            <a:r>
              <a:rPr lang="en-US" altLang="ko-KR" dirty="0"/>
              <a:t>: /portal/v2/readUcenterNtcBbs.do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5E324D9-7C1F-4AFF-8B3D-C02521D17BB2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608498" y="3364302"/>
            <a:ext cx="933092" cy="17166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C32E050C-F4A7-42B5-BC79-65346715C4B6}"/>
              </a:ext>
            </a:extLst>
          </p:cNvPr>
          <p:cNvSpPr/>
          <p:nvPr/>
        </p:nvSpPr>
        <p:spPr>
          <a:xfrm>
            <a:off x="10306409" y="5265086"/>
            <a:ext cx="2094781" cy="5754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현 </a:t>
            </a:r>
            <a:r>
              <a:rPr lang="ko-KR" altLang="en-US" dirty="0" err="1"/>
              <a:t>판판대로예시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28FBD35-6A5D-4C2B-97D2-5A5BB1AB246B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395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EE05A-1F01-4F1B-B5C9-40342F9A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3-4. </a:t>
            </a:r>
            <a:r>
              <a:rPr lang="ko-KR" altLang="en-US" dirty="0"/>
              <a:t>최근 공지사항 상세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5E324D9-7C1F-4AFF-8B3D-C02521D17BB2}"/>
              </a:ext>
            </a:extLst>
          </p:cNvPr>
          <p:cNvCxnSpPr>
            <a:cxnSpLocks/>
          </p:cNvCxnSpPr>
          <p:nvPr/>
        </p:nvCxnSpPr>
        <p:spPr>
          <a:xfrm flipH="1">
            <a:off x="7608498" y="3364302"/>
            <a:ext cx="933092" cy="17166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7DEA13C-2219-4D19-8DC4-E752843B6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981" y="1825625"/>
            <a:ext cx="7404038" cy="435133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50FB04-ED9C-431D-8BA3-F71235D0634C}"/>
              </a:ext>
            </a:extLst>
          </p:cNvPr>
          <p:cNvSpPr/>
          <p:nvPr/>
        </p:nvSpPr>
        <p:spPr>
          <a:xfrm>
            <a:off x="7927676" y="122131"/>
            <a:ext cx="4123425" cy="1548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가장 최근 공지사항 들어가면</a:t>
            </a:r>
            <a:endParaRPr lang="en-US" altLang="ko-KR" dirty="0"/>
          </a:p>
          <a:p>
            <a:pPr algn="ctr"/>
            <a:r>
              <a:rPr lang="ko-KR" altLang="en-US" dirty="0" err="1"/>
              <a:t>다음글이</a:t>
            </a:r>
            <a:r>
              <a:rPr lang="ko-KR" altLang="en-US" dirty="0"/>
              <a:t> 왼쪽에 있음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오른쪽으로 변경 필요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07ED4A-C0E5-437F-AC80-810A04B63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318" y="4813540"/>
            <a:ext cx="5376323" cy="1548273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8D61CFC0-33A8-4FBD-840B-B5F16DE3D272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642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D1B00-BBEA-4535-8A9C-7FC700D9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지원사업 공고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A6E74A1-5B75-4B19-86F6-98A64F726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3523" y="1825625"/>
            <a:ext cx="6844954" cy="43513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40184C6-6CD5-4BA7-8027-D1E98A8BFE84}"/>
              </a:ext>
            </a:extLst>
          </p:cNvPr>
          <p:cNvSpPr/>
          <p:nvPr/>
        </p:nvSpPr>
        <p:spPr>
          <a:xfrm>
            <a:off x="7125418" y="172529"/>
            <a:ext cx="4977441" cy="508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조회결과</a:t>
            </a:r>
            <a:r>
              <a:rPr lang="en-US" altLang="ko-KR" dirty="0"/>
              <a:t>, 1</a:t>
            </a:r>
            <a:r>
              <a:rPr lang="ko-KR" altLang="en-US" dirty="0"/>
              <a:t>건인데 </a:t>
            </a:r>
            <a:r>
              <a:rPr lang="en-US" altLang="ko-KR" dirty="0"/>
              <a:t>2</a:t>
            </a:r>
            <a:r>
              <a:rPr lang="ko-KR" altLang="en-US" dirty="0"/>
              <a:t>개 노출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CD5F8A-1685-4565-AB31-75041CEC9CBE}"/>
              </a:ext>
            </a:extLst>
          </p:cNvPr>
          <p:cNvSpPr/>
          <p:nvPr/>
        </p:nvSpPr>
        <p:spPr>
          <a:xfrm>
            <a:off x="7125417" y="815974"/>
            <a:ext cx="4977441" cy="508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0001</a:t>
            </a:r>
            <a:r>
              <a:rPr lang="ko-KR" altLang="en-US" dirty="0"/>
              <a:t>건이라고 </a:t>
            </a:r>
            <a:r>
              <a:rPr lang="ko-KR" altLang="en-US" dirty="0" err="1"/>
              <a:t>하지말고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건이라고 변경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339EFDA-DD5D-4EC4-86D7-0E14459C96B5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076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CB5AB-F2D4-4324-817D-219BB4E6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4-2. </a:t>
            </a:r>
            <a:r>
              <a:rPr lang="ko-KR" altLang="en-US" dirty="0"/>
              <a:t>지원사업 공고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20A4B60-8FE0-4BD8-B1B9-375107DA2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7499" b="18669"/>
          <a:stretch/>
        </p:blipFill>
        <p:spPr>
          <a:xfrm>
            <a:off x="550160" y="1354110"/>
            <a:ext cx="4469231" cy="5138765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63E0337-AF63-4249-BD21-5AF1524FD2D8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CB45D4-8C7D-4EDC-BED5-303F4DEA4E9A}"/>
              </a:ext>
            </a:extLst>
          </p:cNvPr>
          <p:cNvSpPr/>
          <p:nvPr/>
        </p:nvSpPr>
        <p:spPr>
          <a:xfrm>
            <a:off x="7214559" y="97531"/>
            <a:ext cx="4977441" cy="22514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고급검색에서 조건 </a:t>
            </a:r>
            <a:r>
              <a:rPr lang="ko-KR" altLang="en-US" dirty="0" err="1"/>
              <a:t>선택시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선택항목에 라인이 </a:t>
            </a:r>
            <a:r>
              <a:rPr lang="ko-KR" altLang="en-US" dirty="0" err="1"/>
              <a:t>두줄씩</a:t>
            </a:r>
            <a:r>
              <a:rPr lang="ko-KR" altLang="en-US" dirty="0"/>
              <a:t> 생김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 err="1"/>
              <a:t>Checkboxbtn</a:t>
            </a:r>
            <a:r>
              <a:rPr lang="ko-KR" altLang="en-US" dirty="0"/>
              <a:t>쪽 </a:t>
            </a:r>
          </a:p>
        </p:txBody>
      </p:sp>
      <p:pic>
        <p:nvPicPr>
          <p:cNvPr id="8" name="내용 개체 틀 3">
            <a:extLst>
              <a:ext uri="{FF2B5EF4-FFF2-40B4-BE49-F238E27FC236}">
                <a16:creationId xmlns:a16="http://schemas.microsoft.com/office/drawing/2014/main" id="{5C37695E-126E-48DF-AB84-E1013ED2A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67" t="63008" r="58381" b="18928"/>
          <a:stretch/>
        </p:blipFill>
        <p:spPr>
          <a:xfrm>
            <a:off x="4495025" y="2537796"/>
            <a:ext cx="7053119" cy="3724981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8A3DFB1-D90C-4B29-A536-633ADDA3F933}"/>
              </a:ext>
            </a:extLst>
          </p:cNvPr>
          <p:cNvCxnSpPr>
            <a:cxnSpLocks/>
          </p:cNvCxnSpPr>
          <p:nvPr/>
        </p:nvCxnSpPr>
        <p:spPr>
          <a:xfrm flipV="1">
            <a:off x="4321834" y="4813540"/>
            <a:ext cx="3329796" cy="1164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622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C0887-7248-49D6-83E3-D0020DA2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4-3. </a:t>
            </a:r>
            <a:r>
              <a:rPr lang="ko-KR" altLang="en-US" dirty="0"/>
              <a:t>지원사업 공고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82F78DB-3EE6-4BCF-B645-0D9967F2C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2437" y="2139156"/>
            <a:ext cx="3667125" cy="3724275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CB04FAA-FBEC-43E8-A52D-CDD80FBAEBD8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7A74CD-BA8E-40A9-9262-D3C72A45725E}"/>
              </a:ext>
            </a:extLst>
          </p:cNvPr>
          <p:cNvSpPr/>
          <p:nvPr/>
        </p:nvSpPr>
        <p:spPr>
          <a:xfrm>
            <a:off x="7125418" y="172529"/>
            <a:ext cx="4977441" cy="8195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사업신청버튼이랑 </a:t>
            </a:r>
            <a:r>
              <a:rPr lang="ko-KR" altLang="en-US" dirty="0" err="1"/>
              <a:t>자세히보기</a:t>
            </a:r>
            <a:r>
              <a:rPr lang="ko-KR" altLang="en-US" dirty="0"/>
              <a:t> 버튼</a:t>
            </a:r>
            <a:endParaRPr lang="en-US" altLang="ko-KR" dirty="0"/>
          </a:p>
          <a:p>
            <a:pPr algn="ctr"/>
            <a:r>
              <a:rPr lang="ko-KR" altLang="en-US" dirty="0"/>
              <a:t>정렬이 </a:t>
            </a:r>
            <a:r>
              <a:rPr lang="ko-KR" altLang="en-US" dirty="0" err="1"/>
              <a:t>안맞음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174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53F6320-A6DF-4BE0-8669-4F1B8A72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094" y="1178311"/>
            <a:ext cx="3648075" cy="16002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8C56C4-3A70-4076-8030-E9759113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4-4. </a:t>
            </a:r>
            <a:r>
              <a:rPr lang="ko-KR" altLang="en-US" dirty="0"/>
              <a:t>지원사업 공고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EBE1402-5A86-4886-B1FA-E65B93A3A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0884" y="1842878"/>
            <a:ext cx="7169007" cy="4351338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DB29B94-4A04-4E57-80F0-69081A98E16B}"/>
              </a:ext>
            </a:extLst>
          </p:cNvPr>
          <p:cNvCxnSpPr>
            <a:cxnSpLocks/>
          </p:cNvCxnSpPr>
          <p:nvPr/>
        </p:nvCxnSpPr>
        <p:spPr>
          <a:xfrm flipH="1">
            <a:off x="7108392" y="2299317"/>
            <a:ext cx="3216338" cy="1719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3648C78F-1C86-4E42-BDF3-8357FBCCDA0B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5ED498-83FF-4F42-86A8-5D691E5F90EE}"/>
              </a:ext>
            </a:extLst>
          </p:cNvPr>
          <p:cNvSpPr/>
          <p:nvPr/>
        </p:nvSpPr>
        <p:spPr>
          <a:xfrm>
            <a:off x="7125419" y="254029"/>
            <a:ext cx="4977441" cy="8195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중소기업 소기업 소상공인 각각 </a:t>
            </a:r>
            <a:r>
              <a:rPr lang="en-US" altLang="ko-KR" dirty="0"/>
              <a:t>cs </a:t>
            </a:r>
            <a:r>
              <a:rPr lang="ko-KR" altLang="en-US" dirty="0"/>
              <a:t>적용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아래 예시는 감리에 제출한 </a:t>
            </a:r>
            <a:r>
              <a:rPr lang="en-US" altLang="ko-KR" dirty="0"/>
              <a:t>html </a:t>
            </a:r>
            <a:r>
              <a:rPr lang="ko-KR" altLang="en-US" dirty="0"/>
              <a:t>파일 참고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7CC64FA-D39E-4672-B02A-AC540B40E990}"/>
              </a:ext>
            </a:extLst>
          </p:cNvPr>
          <p:cNvSpPr/>
          <p:nvPr/>
        </p:nvSpPr>
        <p:spPr>
          <a:xfrm>
            <a:off x="9385539" y="1329728"/>
            <a:ext cx="632604" cy="5754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2525505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E6428-3B28-472E-A232-B28E52D1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4-5. </a:t>
            </a:r>
            <a:r>
              <a:rPr lang="ko-KR" altLang="en-US" dirty="0"/>
              <a:t>지원사업 공고 </a:t>
            </a:r>
            <a:r>
              <a:rPr lang="en-US" altLang="ko-KR" dirty="0"/>
              <a:t>– </a:t>
            </a:r>
            <a:r>
              <a:rPr lang="ko-KR" altLang="en-US" dirty="0"/>
              <a:t>갑자기 조회 안됨</a:t>
            </a:r>
          </a:p>
        </p:txBody>
      </p:sp>
      <p:pic>
        <p:nvPicPr>
          <p:cNvPr id="3" name="내용 개체 틀 2">
            <a:extLst>
              <a:ext uri="{FF2B5EF4-FFF2-40B4-BE49-F238E27FC236}">
                <a16:creationId xmlns:a16="http://schemas.microsoft.com/office/drawing/2014/main" id="{602E0F81-B497-4752-8A21-ABD8CA235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9951" y="1825625"/>
            <a:ext cx="71520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19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AADF0-082A-482D-9363-29525E06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국내 판로지원사업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0DECD5-BDF9-4BB3-BEFF-22DDC400CBE5}"/>
              </a:ext>
            </a:extLst>
          </p:cNvPr>
          <p:cNvSpPr/>
          <p:nvPr/>
        </p:nvSpPr>
        <p:spPr>
          <a:xfrm>
            <a:off x="7590409" y="0"/>
            <a:ext cx="4492100" cy="1325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검색어 </a:t>
            </a:r>
            <a:r>
              <a:rPr lang="ko-KR" altLang="en-US" dirty="0" err="1"/>
              <a:t>입력창</a:t>
            </a:r>
            <a:r>
              <a:rPr lang="ko-KR" altLang="en-US" dirty="0"/>
              <a:t> 왼쪽에 대상이 있어야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0C1E80E-1A67-48B0-9D3B-F45BC1117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754" y="1690687"/>
            <a:ext cx="7141541" cy="43513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EF9ABB-89ED-43E0-A278-95D789B64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927" y="2631397"/>
            <a:ext cx="6994852" cy="797603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4912A1AF-322C-4251-A17B-D68113FC7EA2}"/>
              </a:ext>
            </a:extLst>
          </p:cNvPr>
          <p:cNvSpPr/>
          <p:nvPr/>
        </p:nvSpPr>
        <p:spPr>
          <a:xfrm>
            <a:off x="10841476" y="2708801"/>
            <a:ext cx="632604" cy="5754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490212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5241FCF4-25C2-4448-9796-1B64A7196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669395" cy="46805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8EAADF0-082A-482D-9363-29525E06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5-2. </a:t>
            </a:r>
            <a:r>
              <a:rPr lang="ko-KR" altLang="en-US" dirty="0"/>
              <a:t>국내 판로지원사업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0DECD5-BDF9-4BB3-BEFF-22DDC400CBE5}"/>
              </a:ext>
            </a:extLst>
          </p:cNvPr>
          <p:cNvSpPr/>
          <p:nvPr/>
        </p:nvSpPr>
        <p:spPr>
          <a:xfrm>
            <a:off x="6471822" y="81722"/>
            <a:ext cx="5859262" cy="1325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고급검색에</a:t>
            </a:r>
            <a:endParaRPr lang="en-US" altLang="ko-KR" dirty="0"/>
          </a:p>
          <a:p>
            <a:pPr algn="ctr"/>
            <a:r>
              <a:rPr lang="en-US" altLang="ko-KR" dirty="0"/>
              <a:t>1. </a:t>
            </a:r>
            <a:r>
              <a:rPr lang="ko-KR" altLang="en-US" dirty="0"/>
              <a:t>지원대상 추가</a:t>
            </a:r>
            <a:r>
              <a:rPr lang="en-US" altLang="ko-KR" dirty="0"/>
              <a:t>(</a:t>
            </a:r>
            <a:r>
              <a:rPr lang="ko-KR" altLang="en-US" dirty="0"/>
              <a:t>중소기업</a:t>
            </a:r>
            <a:r>
              <a:rPr lang="en-US" altLang="ko-KR" dirty="0"/>
              <a:t>, </a:t>
            </a:r>
            <a:r>
              <a:rPr lang="ko-KR" altLang="en-US" dirty="0"/>
              <a:t>소상공인</a:t>
            </a:r>
            <a:r>
              <a:rPr lang="en-US" altLang="ko-KR" dirty="0"/>
              <a:t>, </a:t>
            </a:r>
            <a:r>
              <a:rPr lang="ko-KR" altLang="en-US" dirty="0"/>
              <a:t>창업벤처 등 선택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2. </a:t>
            </a:r>
            <a:r>
              <a:rPr lang="ko-KR" altLang="en-US" dirty="0"/>
              <a:t>모집상태 추가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9874C3-C9E0-4F97-AF86-243EB008A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800" y="1801784"/>
            <a:ext cx="7508396" cy="45571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0FAB7AF-A222-49CD-A82A-DE076E02D798}"/>
              </a:ext>
            </a:extLst>
          </p:cNvPr>
          <p:cNvCxnSpPr>
            <a:cxnSpLocks/>
          </p:cNvCxnSpPr>
          <p:nvPr/>
        </p:nvCxnSpPr>
        <p:spPr>
          <a:xfrm flipH="1">
            <a:off x="5770485" y="2257496"/>
            <a:ext cx="3417903" cy="2101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691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912B4-7A3F-4AB0-9BC2-2D1086C7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5-3. </a:t>
            </a:r>
            <a:r>
              <a:rPr lang="ko-KR" altLang="en-US" dirty="0"/>
              <a:t>국내 판로지원사업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29BC2FB-8E4B-4B89-A48E-69FD0263E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511" y="1825625"/>
            <a:ext cx="6978978" cy="4351338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7D48EEE-4626-464A-AE97-C3792C256207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B8503D-6612-49FE-967D-67AB82D59811}"/>
              </a:ext>
            </a:extLst>
          </p:cNvPr>
          <p:cNvSpPr/>
          <p:nvPr/>
        </p:nvSpPr>
        <p:spPr>
          <a:xfrm>
            <a:off x="7182035" y="81722"/>
            <a:ext cx="4920826" cy="1325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중소기업</a:t>
            </a:r>
            <a:r>
              <a:rPr lang="en-US" altLang="ko-KR" dirty="0"/>
              <a:t>/ </a:t>
            </a:r>
            <a:r>
              <a:rPr lang="ko-KR" altLang="en-US" dirty="0"/>
              <a:t>소상공인</a:t>
            </a:r>
            <a:r>
              <a:rPr lang="en-US" altLang="ko-KR" dirty="0"/>
              <a:t>/ </a:t>
            </a:r>
            <a:r>
              <a:rPr lang="ko-KR" altLang="en-US" dirty="0"/>
              <a:t>사회적기업</a:t>
            </a:r>
            <a:r>
              <a:rPr lang="en-US" altLang="ko-KR" dirty="0"/>
              <a:t>/</a:t>
            </a:r>
            <a:r>
              <a:rPr lang="ko-KR" altLang="en-US" dirty="0"/>
              <a:t>창업벤처 등</a:t>
            </a:r>
            <a:endParaRPr lang="en-US" altLang="ko-KR" dirty="0"/>
          </a:p>
          <a:p>
            <a:pPr algn="ctr"/>
            <a:r>
              <a:rPr lang="ko-KR" altLang="en-US" dirty="0"/>
              <a:t>각 대상별로 색상 다르게</a:t>
            </a:r>
          </a:p>
        </p:txBody>
      </p:sp>
    </p:spTree>
    <p:extLst>
      <p:ext uri="{BB962C8B-B14F-4D97-AF65-F5344CB8AC3E}">
        <p14:creationId xmlns:p14="http://schemas.microsoft.com/office/powerpoint/2010/main" val="3625281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B6DF4-C548-47D8-84A5-C2271515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46BF4B8-9BF6-4F44-B88F-B5ABC7D0A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4583" y="1825625"/>
            <a:ext cx="7082834" cy="43513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A9E4F2A-E81B-424C-90CF-E9DA239AE1F1}"/>
              </a:ext>
            </a:extLst>
          </p:cNvPr>
          <p:cNvSpPr/>
          <p:nvPr/>
        </p:nvSpPr>
        <p:spPr>
          <a:xfrm>
            <a:off x="2915729" y="254029"/>
            <a:ext cx="9187132" cy="8195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문구 변경 </a:t>
            </a:r>
            <a:r>
              <a:rPr lang="en-US" altLang="ko-KR" dirty="0"/>
              <a:t>: </a:t>
            </a:r>
            <a:r>
              <a:rPr lang="ko-KR" altLang="en-US" dirty="0"/>
              <a:t>해당 서비스는 로그인 이후 사용 가능합니다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9920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ECBC4-623F-4D25-9113-9841B6FC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FD395211-26DD-49E5-88F1-F6958B48B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3841" y="1825625"/>
            <a:ext cx="7204317" cy="4351338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CDDDDD8-68D4-4738-AC8B-11A3F563DF0D}"/>
              </a:ext>
            </a:extLst>
          </p:cNvPr>
          <p:cNvSpPr/>
          <p:nvPr/>
        </p:nvSpPr>
        <p:spPr>
          <a:xfrm>
            <a:off x="89140" y="77402"/>
            <a:ext cx="833885" cy="819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4B033F-2DE0-4DE1-86D3-85D646ED4D9F}"/>
              </a:ext>
            </a:extLst>
          </p:cNvPr>
          <p:cNvSpPr/>
          <p:nvPr/>
        </p:nvSpPr>
        <p:spPr>
          <a:xfrm>
            <a:off x="6021239" y="254029"/>
            <a:ext cx="6081622" cy="8195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화살표 겹침</a:t>
            </a:r>
            <a:endParaRPr lang="en-US" altLang="ko-KR" dirty="0"/>
          </a:p>
          <a:p>
            <a:pPr algn="ctr"/>
            <a:r>
              <a:rPr lang="ko-KR" altLang="en-US" dirty="0"/>
              <a:t>세로 선 겹침</a:t>
            </a:r>
          </a:p>
        </p:txBody>
      </p:sp>
    </p:spTree>
    <p:extLst>
      <p:ext uri="{BB962C8B-B14F-4D97-AF65-F5344CB8AC3E}">
        <p14:creationId xmlns:p14="http://schemas.microsoft.com/office/powerpoint/2010/main" val="2030741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공통</a:t>
            </a:r>
            <a:r>
              <a:rPr lang="en-US" altLang="ko-KR" dirty="0"/>
              <a:t>(</a:t>
            </a:r>
            <a:r>
              <a:rPr lang="ko-KR" altLang="en-US" dirty="0"/>
              <a:t>로그인 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 테스트 후 작성예정</a:t>
            </a:r>
          </a:p>
        </p:txBody>
      </p:sp>
    </p:spTree>
    <p:extLst>
      <p:ext uri="{BB962C8B-B14F-4D97-AF65-F5344CB8AC3E}">
        <p14:creationId xmlns:p14="http://schemas.microsoft.com/office/powerpoint/2010/main" val="4129425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지원사업 신청현황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018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지원사업 신청현황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383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수행기관 공모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8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수행기관 공모신청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11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</TotalTime>
  <Words>350</Words>
  <Application>Microsoft Office PowerPoint</Application>
  <PresentationFormat>와이드스크린</PresentationFormat>
  <Paragraphs>86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통합플랫폼 개선사항 </vt:lpstr>
      <vt:lpstr>공통(로그인 전)</vt:lpstr>
      <vt:lpstr>1. 인트로</vt:lpstr>
      <vt:lpstr>2. 통합검색 인트로</vt:lpstr>
      <vt:lpstr>2-2. 통합검색</vt:lpstr>
      <vt:lpstr>2-3. 통합검색 결과</vt:lpstr>
      <vt:lpstr>3. 공지사항 메인</vt:lpstr>
      <vt:lpstr>3-2. 공지사항 목록</vt:lpstr>
      <vt:lpstr>3-3. 공지사항 목록</vt:lpstr>
      <vt:lpstr>3-4. 최근 공지사항 상세</vt:lpstr>
      <vt:lpstr>4. 지원사업 공고</vt:lpstr>
      <vt:lpstr>4-2. 지원사업 공고</vt:lpstr>
      <vt:lpstr>4-3. 지원사업 공고</vt:lpstr>
      <vt:lpstr>4-4. 지원사업 공고</vt:lpstr>
      <vt:lpstr>4-5. 지원사업 공고 – 갑자기 조회 안됨</vt:lpstr>
      <vt:lpstr>5. 국내 판로지원사업</vt:lpstr>
      <vt:lpstr>5-2. 국내 판로지원사업</vt:lpstr>
      <vt:lpstr>5-3. 국내 판로지원사업</vt:lpstr>
      <vt:lpstr>기타</vt:lpstr>
      <vt:lpstr>회원가입</vt:lpstr>
      <vt:lpstr>공통(로그인 후)</vt:lpstr>
      <vt:lpstr>지원사업 신청현황</vt:lpstr>
      <vt:lpstr>지원사업 신청현황</vt:lpstr>
      <vt:lpstr>수행기관 공모</vt:lpstr>
      <vt:lpstr>수행기관 공모신청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sbdc</dc:creator>
  <cp:lastModifiedBy>sbdc</cp:lastModifiedBy>
  <cp:revision>61</cp:revision>
  <dcterms:created xsi:type="dcterms:W3CDTF">2025-11-21T02:32:45Z</dcterms:created>
  <dcterms:modified xsi:type="dcterms:W3CDTF">2025-11-28T06:06:22Z</dcterms:modified>
</cp:coreProperties>
</file>