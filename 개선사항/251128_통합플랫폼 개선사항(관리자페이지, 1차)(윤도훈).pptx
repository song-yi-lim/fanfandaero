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9" r:id="rId5"/>
    <p:sldId id="258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026E3-F5F6-45C3-8F65-962FF85F6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2C77A9-7F8B-48FF-9487-10B3508A7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994BFC-8292-44E8-B49A-274E9752D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32163B-5928-446E-94B9-A15B5AC5C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0E8D6A-B1D6-48D8-8B68-95E7577F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431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ED3003-B6A5-476A-819B-F3790C841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9D7DD1-A1AA-4284-994F-92490D607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596365-F60C-47D5-85EF-83D71C467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550BEA-DA2A-4D2E-82A3-6819F3906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D0A298-2849-48B8-8CE2-573C8FC4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810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BABB0-189B-449F-906B-C7D0EC0F1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66DC1B-E49C-42ED-B87B-C748F2AB6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6A606-FAC0-47D1-A623-773FF83A8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75323D-DB42-4B59-B71B-8C191189A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B7A05B-C910-45F8-914B-D33BC71CA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07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118B84-3CE4-4CB3-B5B7-9D11B3586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56907E-3472-41B3-9A01-5B1D7C1600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482F52-D45F-4E56-BB4A-C3443C00A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4FE58-30A0-47AF-B3D2-312B9DBED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2893FB-F462-44D4-90BC-05825401E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641C33-4B92-47BA-82E7-45CC864AA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4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6DF19-0688-4125-923A-19ACB846E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B48D60-243A-4FBC-8DFA-F502358CB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BDE915-9EEB-4701-B9B4-9FF7A98B0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C659A4-E9FC-46F9-8141-2370943A93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C750AD4-9C49-40ED-BBD8-E643CD8606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E23D1B-B690-4ECB-B71C-897629752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668EEF4-0708-442F-8C62-B1B67A189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DF4F70F-30BA-48C3-8168-62E6DA4E5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940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C5D679-2CB9-4720-B5ED-0E457ED8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FC421BB-3BF0-43B0-9C09-865930D09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0597F2-6AF0-48B1-8CB5-5EFB164C3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93D2B8-2267-4AEB-A079-8E343DA11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44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0EED2AB-A19D-425D-BB20-6F8CFDB3A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84E7CCD-16FC-4C0B-B02B-0D829197E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1A8434-AAB8-428B-8057-F2D90E2A5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995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944F10-5988-4A8F-95B2-F49BB3863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D07DA4-F7D7-4BA8-8565-822CD6408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55262C-50FE-4FA6-AB17-079336829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93CF2A-21AD-4AA4-B7C3-FB018D297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12833C-C4BB-4B23-9BFF-5E4CD270B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210AAE-1E42-400E-A169-5BEA5951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33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E7837F-C9EC-4604-A450-899F4A7AD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234AB0B-D719-4F9C-B713-EC53D673D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19E721-17FA-441F-9568-12B4935E9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73801D-B194-4789-AE96-F0CF22A84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EA6094-14A8-4449-96C9-C58A117E4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B4B2C8-25BA-4EB6-B043-3C365F5F7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578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633CE0-64B0-4151-BF4E-4A95841BD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EEE5EB-4945-46C0-A4CA-BCAF19569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021AF9-9D31-457A-B9D7-CE746FD0B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476866-F0BD-4E3F-B8B3-92488EB5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8EA865-212B-4AFE-B89B-8C8C6AF82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589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0E7322-56EB-404F-BCA0-514BBE044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C4AF80-112F-49EC-8506-A13AA2AF6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604EF4-0EFC-4B55-B34F-FAA5682B5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3A15D-FB4B-4AFC-AA41-2F1F9CF10D8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2C73FA-5525-40EF-B8B6-3CD548E13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9B0452-A287-4C5B-9170-9CACC223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885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230E066-261B-4430-AEF6-18525928B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95B49B-0EBD-45AA-88CD-A652F4192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B8E271-9951-453F-BEEE-42A30C4F1B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3A15D-FB4B-4AFC-AA41-2F1F9CF10D8E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490080-2017-437D-87CD-526C8A1416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930393-DB91-4C10-8371-D92E9CD21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58597-8969-4E95-9FE2-B766F5BF2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420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AFE0AE1-9EC2-42FE-A116-E7B3816C8A36}"/>
              </a:ext>
            </a:extLst>
          </p:cNvPr>
          <p:cNvSpPr/>
          <p:nvPr/>
        </p:nvSpPr>
        <p:spPr>
          <a:xfrm>
            <a:off x="1283110" y="373626"/>
            <a:ext cx="9625780" cy="6489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전자계약</a:t>
            </a:r>
          </a:p>
        </p:txBody>
      </p:sp>
    </p:spTree>
    <p:extLst>
      <p:ext uri="{BB962C8B-B14F-4D97-AF65-F5344CB8AC3E}">
        <p14:creationId xmlns:p14="http://schemas.microsoft.com/office/powerpoint/2010/main" val="3498576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91E12FE-9174-4FF3-8578-A5C02401C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942" y="201561"/>
            <a:ext cx="4692935" cy="2540497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46A1FE9A-FC1F-4E41-8F28-DD37A255B0AF}"/>
              </a:ext>
            </a:extLst>
          </p:cNvPr>
          <p:cNvSpPr/>
          <p:nvPr/>
        </p:nvSpPr>
        <p:spPr>
          <a:xfrm>
            <a:off x="6194323" y="1848465"/>
            <a:ext cx="1288025" cy="5604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D30BE7C-51D0-42C1-8510-5D287816AA38}"/>
              </a:ext>
            </a:extLst>
          </p:cNvPr>
          <p:cNvSpPr/>
          <p:nvPr/>
        </p:nvSpPr>
        <p:spPr>
          <a:xfrm>
            <a:off x="619432" y="5817538"/>
            <a:ext cx="11169445" cy="8567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‘</a:t>
            </a:r>
            <a:r>
              <a:rPr lang="ko-KR" altLang="en-US" dirty="0"/>
              <a:t>일반</a:t>
            </a:r>
            <a:r>
              <a:rPr lang="en-US" altLang="ko-KR" dirty="0"/>
              <a:t>’ </a:t>
            </a:r>
            <a:r>
              <a:rPr lang="ko-KR" altLang="en-US" dirty="0"/>
              <a:t>상태에서 계약서 등록 버튼</a:t>
            </a:r>
            <a:r>
              <a:rPr lang="en-US" altLang="ko-KR" dirty="0"/>
              <a:t>(</a:t>
            </a:r>
            <a:r>
              <a:rPr lang="ko-KR" altLang="en-US" dirty="0"/>
              <a:t>단일</a:t>
            </a:r>
            <a:r>
              <a:rPr lang="en-US" altLang="ko-KR" dirty="0"/>
              <a:t>, </a:t>
            </a:r>
            <a:r>
              <a:rPr lang="ko-KR" altLang="en-US" dirty="0"/>
              <a:t>일괄 둘다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ko-KR" altLang="en-US" dirty="0" err="1"/>
              <a:t>클릭시</a:t>
            </a:r>
            <a:r>
              <a:rPr lang="en-US" altLang="ko-KR" dirty="0"/>
              <a:t>, </a:t>
            </a:r>
            <a:r>
              <a:rPr lang="ko-KR" altLang="en-US" dirty="0"/>
              <a:t>팝업이 나오지 않습니다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2ADCBA3-0D6E-4126-B451-CCFD49E8E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854" y="2719759"/>
            <a:ext cx="3626749" cy="254049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7C9BD18-5647-45BA-AA5C-2673C4DDE40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93" r="8080"/>
          <a:stretch/>
        </p:blipFill>
        <p:spPr>
          <a:xfrm>
            <a:off x="88490" y="1040462"/>
            <a:ext cx="6703826" cy="340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505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F346F5D-A1C4-4931-8729-94E0972AB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34" y="619125"/>
            <a:ext cx="4181475" cy="5010150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B0D66B3-3A0D-4E8B-9EA2-701B200FFD39}"/>
              </a:ext>
            </a:extLst>
          </p:cNvPr>
          <p:cNvSpPr/>
          <p:nvPr/>
        </p:nvSpPr>
        <p:spPr>
          <a:xfrm>
            <a:off x="1700982" y="2467897"/>
            <a:ext cx="511277" cy="36379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&quot;허용 안 됨&quot; 기호 6">
            <a:extLst>
              <a:ext uri="{FF2B5EF4-FFF2-40B4-BE49-F238E27FC236}">
                <a16:creationId xmlns:a16="http://schemas.microsoft.com/office/drawing/2014/main" id="{71A1CC0D-B460-47AE-8357-2D4F6AB25C50}"/>
              </a:ext>
            </a:extLst>
          </p:cNvPr>
          <p:cNvSpPr/>
          <p:nvPr/>
        </p:nvSpPr>
        <p:spPr>
          <a:xfrm>
            <a:off x="2812027" y="2494936"/>
            <a:ext cx="422787" cy="363793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1777F068-60CF-449D-AC0B-B324F8AE01EE}"/>
              </a:ext>
            </a:extLst>
          </p:cNvPr>
          <p:cNvSpPr/>
          <p:nvPr/>
        </p:nvSpPr>
        <p:spPr>
          <a:xfrm>
            <a:off x="2399071" y="2494936"/>
            <a:ext cx="324465" cy="2679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4338397-F174-4636-AE71-7683A547CCA7}"/>
              </a:ext>
            </a:extLst>
          </p:cNvPr>
          <p:cNvSpPr/>
          <p:nvPr/>
        </p:nvSpPr>
        <p:spPr>
          <a:xfrm>
            <a:off x="4715952" y="1653048"/>
            <a:ext cx="7181081" cy="22196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ko-KR" altLang="en-US" dirty="0"/>
              <a:t>비활성화 된 버튼 위에 마우스를 올리면 금지 표시로 커서가 바뀌는데 변경되지 않도록 </a:t>
            </a:r>
            <a:r>
              <a:rPr lang="ko-KR" altLang="en-US" dirty="0" err="1"/>
              <a:t>요청드립니다</a:t>
            </a:r>
            <a:r>
              <a:rPr lang="en-US" altLang="ko-KR" dirty="0"/>
              <a:t>.</a:t>
            </a:r>
          </a:p>
          <a:p>
            <a:pPr marL="342900" indent="-342900" algn="ctr">
              <a:buAutoNum type="arabicPeriod"/>
            </a:pPr>
            <a:endParaRPr lang="en-US" altLang="ko-KR" dirty="0"/>
          </a:p>
          <a:p>
            <a:pPr marL="342900" indent="-342900" algn="ctr">
              <a:buAutoNum type="arabicPeriod"/>
            </a:pPr>
            <a:r>
              <a:rPr lang="ko-KR" altLang="en-US" dirty="0"/>
              <a:t>반복적으로 비활성화 버튼들을 클릭하다 보면 팝업이 열립니다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8FC2DD7-A3D1-4733-8CAA-32FE110B3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725" y="4100052"/>
            <a:ext cx="3716614" cy="2679290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7C5CE1A1-87D8-4BB2-814B-E77AF55D6C8E}"/>
              </a:ext>
            </a:extLst>
          </p:cNvPr>
          <p:cNvSpPr/>
          <p:nvPr/>
        </p:nvSpPr>
        <p:spPr>
          <a:xfrm>
            <a:off x="4139381" y="5102942"/>
            <a:ext cx="924232" cy="52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966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3847577-6831-4C85-B9E9-766348030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39" y="245806"/>
            <a:ext cx="5379620" cy="387483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807DE03-1A1D-4374-A40E-3B06BFD93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41" y="379464"/>
            <a:ext cx="5755120" cy="4251530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9F3D75FD-3B0B-4585-88C9-81B306841E9E}"/>
              </a:ext>
            </a:extLst>
          </p:cNvPr>
          <p:cNvSpPr/>
          <p:nvPr/>
        </p:nvSpPr>
        <p:spPr>
          <a:xfrm>
            <a:off x="5580259" y="1465006"/>
            <a:ext cx="1154838" cy="8062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D4F116F-BF43-4ACD-BCA2-1946CBC0DBD3}"/>
              </a:ext>
            </a:extLst>
          </p:cNvPr>
          <p:cNvSpPr/>
          <p:nvPr/>
        </p:nvSpPr>
        <p:spPr>
          <a:xfrm>
            <a:off x="501445" y="5260258"/>
            <a:ext cx="11208774" cy="12182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‘</a:t>
            </a:r>
            <a:r>
              <a:rPr lang="ko-KR" altLang="en-US" dirty="0"/>
              <a:t>단일계약서</a:t>
            </a:r>
            <a:r>
              <a:rPr lang="en-US" altLang="ko-KR" dirty="0"/>
              <a:t>’ </a:t>
            </a:r>
            <a:r>
              <a:rPr lang="ko-KR" altLang="en-US" dirty="0"/>
              <a:t>클릭하면 나오는 팝업에서 </a:t>
            </a:r>
            <a:r>
              <a:rPr lang="en-US" altLang="ko-KR" dirty="0"/>
              <a:t>'</a:t>
            </a:r>
            <a:r>
              <a:rPr lang="ko-KR" altLang="en-US" dirty="0"/>
              <a:t>선택</a:t>
            </a:r>
            <a:r>
              <a:rPr lang="en-US" altLang="ko-KR" dirty="0"/>
              <a:t>’ </a:t>
            </a:r>
            <a:r>
              <a:rPr lang="ko-KR" altLang="en-US" dirty="0" err="1"/>
              <a:t>클릭시</a:t>
            </a:r>
            <a:r>
              <a:rPr lang="ko-KR" altLang="en-US" dirty="0"/>
              <a:t>  장애페이지가 나옵니다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5625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7A59813-7DC1-4A6A-805A-731567D2F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119" y="678425"/>
            <a:ext cx="5056047" cy="3859161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B450A7-159B-49FB-97C4-0D9139D319BB}"/>
              </a:ext>
            </a:extLst>
          </p:cNvPr>
          <p:cNvSpPr/>
          <p:nvPr/>
        </p:nvSpPr>
        <p:spPr>
          <a:xfrm>
            <a:off x="432619" y="5378245"/>
            <a:ext cx="11021962" cy="11405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계약서 다운로드 해서 다운된 </a:t>
            </a:r>
            <a:r>
              <a:rPr lang="en-US" altLang="ko-KR" dirty="0"/>
              <a:t>zip </a:t>
            </a:r>
            <a:r>
              <a:rPr lang="ko-KR" altLang="en-US" dirty="0"/>
              <a:t>파일이 열리지 않습니다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979C602-502E-49B0-8BDA-3D34823E8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62" y="1729306"/>
            <a:ext cx="6443048" cy="1573718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848E0950-F603-4B3E-BD02-43CC7894D6AD}"/>
              </a:ext>
            </a:extLst>
          </p:cNvPr>
          <p:cNvSpPr/>
          <p:nvPr/>
        </p:nvSpPr>
        <p:spPr>
          <a:xfrm>
            <a:off x="5083277" y="1868129"/>
            <a:ext cx="2163097" cy="6489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611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AFE0AE1-9EC2-42FE-A116-E7B3816C8A36}"/>
              </a:ext>
            </a:extLst>
          </p:cNvPr>
          <p:cNvSpPr/>
          <p:nvPr/>
        </p:nvSpPr>
        <p:spPr>
          <a:xfrm>
            <a:off x="1174955" y="403123"/>
            <a:ext cx="9625780" cy="6194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공장등록</a:t>
            </a:r>
          </a:p>
        </p:txBody>
      </p:sp>
    </p:spTree>
    <p:extLst>
      <p:ext uri="{BB962C8B-B14F-4D97-AF65-F5344CB8AC3E}">
        <p14:creationId xmlns:p14="http://schemas.microsoft.com/office/powerpoint/2010/main" val="344241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7E43141-13A6-4DE8-A319-DD3D6735D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1" y="486697"/>
            <a:ext cx="7465405" cy="3202668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45B2A6C-8536-400E-9EE1-E96E3C25976C}"/>
              </a:ext>
            </a:extLst>
          </p:cNvPr>
          <p:cNvSpPr/>
          <p:nvPr/>
        </p:nvSpPr>
        <p:spPr>
          <a:xfrm>
            <a:off x="678426" y="5152103"/>
            <a:ext cx="10530348" cy="1219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엑셀 다운로드 클릭 시 엑셀 내 데이터가 없습니다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5746F4B-ACCF-40D0-ABE1-83F146FCC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020" y="2879528"/>
            <a:ext cx="6563032" cy="194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22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0C9172B-3588-4007-8E1E-E97503B7C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7" y="348542"/>
            <a:ext cx="11602065" cy="2513112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8E5CFCC-2E28-4708-B545-D06E4BD01A28}"/>
              </a:ext>
            </a:extLst>
          </p:cNvPr>
          <p:cNvSpPr/>
          <p:nvPr/>
        </p:nvSpPr>
        <p:spPr>
          <a:xfrm>
            <a:off x="8111613" y="2281084"/>
            <a:ext cx="1474839" cy="3736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엑셀양식 다운로드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2D36636-A842-42B8-A0D8-16E454141288}"/>
              </a:ext>
            </a:extLst>
          </p:cNvPr>
          <p:cNvSpPr/>
          <p:nvPr/>
        </p:nvSpPr>
        <p:spPr>
          <a:xfrm>
            <a:off x="589935" y="5584723"/>
            <a:ext cx="11139949" cy="1091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엑셀 양식 다운로드 기능이 있어야 </a:t>
            </a:r>
            <a:r>
              <a:rPr lang="ko-KR" altLang="en-US" dirty="0" err="1"/>
              <a:t>할것</a:t>
            </a:r>
            <a:r>
              <a:rPr lang="ko-KR" altLang="en-US" dirty="0"/>
              <a:t> 같습니다</a:t>
            </a:r>
          </a:p>
        </p:txBody>
      </p:sp>
    </p:spTree>
    <p:extLst>
      <p:ext uri="{BB962C8B-B14F-4D97-AF65-F5344CB8AC3E}">
        <p14:creationId xmlns:p14="http://schemas.microsoft.com/office/powerpoint/2010/main" val="615443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F65A6E0-26EC-4623-A2F6-612C39197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6547"/>
            <a:ext cx="11228553" cy="3342453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4907627-24C1-4DE1-BE53-E58A1BDD6604}"/>
              </a:ext>
            </a:extLst>
          </p:cNvPr>
          <p:cNvSpPr/>
          <p:nvPr/>
        </p:nvSpPr>
        <p:spPr>
          <a:xfrm>
            <a:off x="1160206" y="2861187"/>
            <a:ext cx="2241755" cy="5678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공장등록생산정보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28629B0-CC8A-4FB2-AAD6-B9BE3C679A59}"/>
              </a:ext>
            </a:extLst>
          </p:cNvPr>
          <p:cNvSpPr/>
          <p:nvPr/>
        </p:nvSpPr>
        <p:spPr>
          <a:xfrm>
            <a:off x="442452" y="4916129"/>
            <a:ext cx="10805651" cy="15731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엑셀 통합시험시나리오 항목에는 </a:t>
            </a:r>
            <a:r>
              <a:rPr lang="ko-KR" altLang="en-US" dirty="0" err="1"/>
              <a:t>쏠쏠판판에</a:t>
            </a:r>
            <a:r>
              <a:rPr lang="ko-KR" altLang="en-US" dirty="0"/>
              <a:t> 공장등록생산정보 메뉴가 있다고 나오는데 확인이</a:t>
            </a:r>
            <a:r>
              <a:rPr lang="en-US" altLang="ko-KR" dirty="0"/>
              <a:t> </a:t>
            </a:r>
            <a:r>
              <a:rPr lang="ko-KR" altLang="en-US" dirty="0"/>
              <a:t>안됩니다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850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AFE0AE1-9EC2-42FE-A116-E7B3816C8A36}"/>
              </a:ext>
            </a:extLst>
          </p:cNvPr>
          <p:cNvSpPr/>
          <p:nvPr/>
        </p:nvSpPr>
        <p:spPr>
          <a:xfrm>
            <a:off x="1174955" y="403123"/>
            <a:ext cx="9625780" cy="6194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판판정보</a:t>
            </a:r>
          </a:p>
        </p:txBody>
      </p:sp>
    </p:spTree>
    <p:extLst>
      <p:ext uri="{BB962C8B-B14F-4D97-AF65-F5344CB8AC3E}">
        <p14:creationId xmlns:p14="http://schemas.microsoft.com/office/powerpoint/2010/main" val="2663636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50FEE35-13DF-42F1-A72A-5CA47C2DE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25" y="0"/>
            <a:ext cx="9773265" cy="4582845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4C89F59-7AAF-4601-BCA7-B06080039969}"/>
              </a:ext>
            </a:extLst>
          </p:cNvPr>
          <p:cNvSpPr/>
          <p:nvPr/>
        </p:nvSpPr>
        <p:spPr>
          <a:xfrm>
            <a:off x="1199535" y="5555225"/>
            <a:ext cx="9861755" cy="10323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빈칸이 있습니다</a:t>
            </a:r>
            <a:r>
              <a:rPr lang="en-US" altLang="ko-KR" dirty="0"/>
              <a:t>. </a:t>
            </a:r>
            <a:r>
              <a:rPr lang="ko-KR" altLang="en-US" dirty="0"/>
              <a:t>삭제 부탁드립니다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5891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E61E81B-4450-4F23-BA99-44954130A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691" y="390207"/>
            <a:ext cx="8259097" cy="2555197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75E762C-562D-4386-A7DB-523819D56438}"/>
              </a:ext>
            </a:extLst>
          </p:cNvPr>
          <p:cNvSpPr/>
          <p:nvPr/>
        </p:nvSpPr>
        <p:spPr>
          <a:xfrm>
            <a:off x="698090" y="5425574"/>
            <a:ext cx="10382864" cy="10422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입찰기간이 없는 데이터가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5314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8B6C1E1-E1C3-48CC-9C44-4C0C2A445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5" y="157316"/>
            <a:ext cx="6440537" cy="307859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71DB5D7-3B70-4DBD-B4E7-C037980A2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936" y="436625"/>
            <a:ext cx="5987846" cy="2799283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4C3D3483-9CE0-41B7-901E-C618D852BD9E}"/>
              </a:ext>
            </a:extLst>
          </p:cNvPr>
          <p:cNvSpPr/>
          <p:nvPr/>
        </p:nvSpPr>
        <p:spPr>
          <a:xfrm>
            <a:off x="5260666" y="1836266"/>
            <a:ext cx="1376516" cy="6563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1B6C244-753E-4EBD-9567-2974FD2D9BB0}"/>
              </a:ext>
            </a:extLst>
          </p:cNvPr>
          <p:cNvSpPr/>
          <p:nvPr/>
        </p:nvSpPr>
        <p:spPr>
          <a:xfrm>
            <a:off x="403123" y="6013994"/>
            <a:ext cx="11287433" cy="6866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ko-KR" altLang="en-US" dirty="0"/>
              <a:t>조회가 안됩니다</a:t>
            </a:r>
            <a:r>
              <a:rPr lang="en-US" altLang="ko-KR" dirty="0"/>
              <a:t>.</a:t>
            </a:r>
          </a:p>
          <a:p>
            <a:pPr marL="342900" indent="-342900" algn="ctr">
              <a:buAutoNum type="arabicPeriod"/>
            </a:pPr>
            <a:r>
              <a:rPr lang="ko-KR" altLang="en-US" dirty="0"/>
              <a:t>빈칸일때 조회 버튼 클릭하면 리셋이 안됩니다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D8DFD7C-B0C5-42F7-B3ED-123D6CBB2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135" y="3077028"/>
            <a:ext cx="5899763" cy="257680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A91236F-C243-4FE2-BA65-2B3D28476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2782" y="3413813"/>
            <a:ext cx="6096000" cy="2374891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B74F86D1-AF66-4A4C-A856-768E681EA957}"/>
              </a:ext>
            </a:extLst>
          </p:cNvPr>
          <p:cNvSpPr/>
          <p:nvPr/>
        </p:nvSpPr>
        <p:spPr>
          <a:xfrm>
            <a:off x="5260666" y="4586706"/>
            <a:ext cx="1376516" cy="6563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077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E3FDFB6-D7F0-42FD-919B-AA0FBC7C1F99}"/>
              </a:ext>
            </a:extLst>
          </p:cNvPr>
          <p:cNvSpPr/>
          <p:nvPr/>
        </p:nvSpPr>
        <p:spPr>
          <a:xfrm>
            <a:off x="722671" y="5377016"/>
            <a:ext cx="10746658" cy="10618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첨부파일 보기</a:t>
            </a:r>
            <a:r>
              <a:rPr lang="en-US" altLang="ko-KR" dirty="0"/>
              <a:t>, </a:t>
            </a:r>
            <a:r>
              <a:rPr lang="ko-KR" altLang="en-US" dirty="0"/>
              <a:t>다운로드 버튼이 기능하지 않습니다</a:t>
            </a:r>
            <a:endParaRPr lang="en-US" altLang="ko-KR" dirty="0"/>
          </a:p>
          <a:p>
            <a:pPr algn="ctr"/>
            <a:r>
              <a:rPr lang="en-US" altLang="ko-KR" dirty="0"/>
              <a:t>* </a:t>
            </a:r>
            <a:r>
              <a:rPr lang="ko-KR" altLang="en-US" dirty="0"/>
              <a:t>첨부파일이 없어서 그런 경우라면 </a:t>
            </a:r>
            <a:r>
              <a:rPr lang="ko-KR" altLang="en-US" dirty="0" err="1"/>
              <a:t>안보여져야</a:t>
            </a:r>
            <a:r>
              <a:rPr lang="ko-KR" altLang="en-US" dirty="0"/>
              <a:t> </a:t>
            </a:r>
            <a:r>
              <a:rPr lang="ko-KR" altLang="en-US" dirty="0" err="1"/>
              <a:t>할것</a:t>
            </a:r>
            <a:r>
              <a:rPr lang="ko-KR" altLang="en-US" dirty="0"/>
              <a:t> 같습니다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0B84D26-3FE5-4129-B571-24D338640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198" y="2031590"/>
            <a:ext cx="6505575" cy="30099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216701C-F53C-4F4C-8F45-9CE17524E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243" y="325232"/>
            <a:ext cx="3981450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69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26B1A62-71B9-47F8-A17B-DB824FFF9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02" y="0"/>
            <a:ext cx="5874402" cy="360843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50F04AC-9E59-4AD0-A3C8-EFCF2EC6C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816190"/>
            <a:ext cx="5948516" cy="9726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A1C8552-DBB5-4F34-8545-3B48CA55E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517" y="3931009"/>
            <a:ext cx="5726152" cy="1065595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427C075-66B9-4E68-87F9-D2C8FC6C3F95}"/>
              </a:ext>
            </a:extLst>
          </p:cNvPr>
          <p:cNvSpPr/>
          <p:nvPr/>
        </p:nvSpPr>
        <p:spPr>
          <a:xfrm>
            <a:off x="356402" y="5329084"/>
            <a:ext cx="9829817" cy="12978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1. </a:t>
            </a:r>
            <a:r>
              <a:rPr lang="ko-KR" altLang="en-US" dirty="0" err="1"/>
              <a:t>다음글</a:t>
            </a:r>
            <a:r>
              <a:rPr lang="ko-KR" altLang="en-US" dirty="0"/>
              <a:t> 클릭하다 보면 글자 폰트가 바뀝니다</a:t>
            </a:r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2. </a:t>
            </a:r>
            <a:r>
              <a:rPr lang="ko-KR" altLang="en-US" dirty="0"/>
              <a:t>좌측 메뉴바가 바뀝니다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BD2891C-28E8-4C25-B166-465A4B4A8B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8517" y="282328"/>
            <a:ext cx="6095999" cy="264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509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4EA6327-D3F9-4169-A43A-2083A1B23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218" y="63399"/>
            <a:ext cx="9491545" cy="470542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15C08E3-163C-4A78-82FE-5C5B57DE2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87" y="2312235"/>
            <a:ext cx="6823587" cy="3004381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163DB020-D122-4D0C-82B5-F26EFE88816C}"/>
              </a:ext>
            </a:extLst>
          </p:cNvPr>
          <p:cNvSpPr/>
          <p:nvPr/>
        </p:nvSpPr>
        <p:spPr>
          <a:xfrm rot="10800000">
            <a:off x="6980903" y="3429000"/>
            <a:ext cx="1799303" cy="602226"/>
          </a:xfrm>
          <a:prstGeom prst="rightArrow">
            <a:avLst>
              <a:gd name="adj1" fmla="val 46735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7ED8360-3330-4654-B7DA-618530CA4F8E}"/>
              </a:ext>
            </a:extLst>
          </p:cNvPr>
          <p:cNvSpPr/>
          <p:nvPr/>
        </p:nvSpPr>
        <p:spPr>
          <a:xfrm>
            <a:off x="629265" y="5486400"/>
            <a:ext cx="10933470" cy="9469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판로정보 게시물 화면에서 하단의 목록을 클릭하면 </a:t>
            </a:r>
            <a:r>
              <a:rPr lang="ko-KR" altLang="en-US" dirty="0" err="1"/>
              <a:t>판판미디어로</a:t>
            </a:r>
            <a:r>
              <a:rPr lang="ko-KR" altLang="en-US" dirty="0"/>
              <a:t> 이동합니다</a:t>
            </a:r>
          </a:p>
        </p:txBody>
      </p:sp>
    </p:spTree>
    <p:extLst>
      <p:ext uri="{BB962C8B-B14F-4D97-AF65-F5344CB8AC3E}">
        <p14:creationId xmlns:p14="http://schemas.microsoft.com/office/powerpoint/2010/main" val="657535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A0818E0-2835-4DC4-9BAB-E654A3E420F9}"/>
              </a:ext>
            </a:extLst>
          </p:cNvPr>
          <p:cNvSpPr/>
          <p:nvPr/>
        </p:nvSpPr>
        <p:spPr>
          <a:xfrm>
            <a:off x="1145458" y="412955"/>
            <a:ext cx="9625780" cy="6194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지원사업 공고 등록</a:t>
            </a:r>
            <a:r>
              <a:rPr lang="en-US" altLang="ko-KR" dirty="0"/>
              <a:t>(2</a:t>
            </a:r>
            <a:r>
              <a:rPr lang="ko-KR" altLang="en-US" dirty="0"/>
              <a:t>차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8320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E2B04FF-04A0-4ADD-A06D-3B9598A634A4}"/>
              </a:ext>
            </a:extLst>
          </p:cNvPr>
          <p:cNvSpPr/>
          <p:nvPr/>
        </p:nvSpPr>
        <p:spPr>
          <a:xfrm>
            <a:off x="1174955" y="403123"/>
            <a:ext cx="9625780" cy="6194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지원사업 신청</a:t>
            </a:r>
            <a:r>
              <a:rPr lang="en-US" altLang="ko-KR" dirty="0"/>
              <a:t>(2</a:t>
            </a:r>
            <a:r>
              <a:rPr lang="ko-KR" altLang="en-US" dirty="0"/>
              <a:t>차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5574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169</Words>
  <Application>Microsoft Office PowerPoint</Application>
  <PresentationFormat>와이드스크린</PresentationFormat>
  <Paragraphs>25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sbdc</dc:creator>
  <cp:lastModifiedBy>sbdc</cp:lastModifiedBy>
  <cp:revision>33</cp:revision>
  <dcterms:created xsi:type="dcterms:W3CDTF">2025-11-27T07:17:20Z</dcterms:created>
  <dcterms:modified xsi:type="dcterms:W3CDTF">2025-11-28T06:43:02Z</dcterms:modified>
</cp:coreProperties>
</file>